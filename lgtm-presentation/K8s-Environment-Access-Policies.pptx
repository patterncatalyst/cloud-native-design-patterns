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4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4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05856" y="2596896"/>
            <a:ext cx="6126600" cy="13716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Overpass SemiBold"/>
              </a:rPr>
              <a:t>Kubernetes Environment Access Policies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33288" y="4114800"/>
            <a:ext cx="6035100" cy="5487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500" b="0">
                <a:solidFill>
                  <a:srgbClr val="FFD9D9"/>
                </a:solidFill>
                <a:latin typeface="Red Hat Text"/>
              </a:rPr>
              <a:t>Dev · Test · Prod — RBAC, NetworkPolicy, and GitOps guardrails.</a:t>
            </a:r>
          </a:p>
        </p:txBody>
      </p:sp>
      <p:pic>
        <p:nvPicPr>
          <p:cNvPr id="5" name="Picture 4" descr="pptx_logo_di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Why environment governance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4480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Every team running Kubernetes eventually faces the same question: who can do what, in which environment? Without clear governance, a developer's experimental kubectl delete namespace in the wrong context wipes production.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Network policies that were never tested allow lateral movement after a breach. Audit asks "who changed the firewall rules last Tuesday?" and nobody can answer.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Configuration drift between environments means staging never catches what breaks in prod. The cost of ungoverned access is measured in outages, security incidents, and audit failures.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The fix is a layered policy model — RBAC, NetworkPolicy, admission control, and GitOps — applied differently per environment.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The cost is measured in outages, security incidents, and failed audits.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2</a:t>
            </a:r>
          </a:p>
        </p:txBody>
      </p:sp>
      <p:pic>
        <p:nvPicPr>
          <p:cNvPr id="7" name="Picture 6" descr="pptx_logo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THREE ENVIRONMENTS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Three environments, three risk profiles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21000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Dev — freedom to experiment, iterate, break things. Full self-service within assigned namespaces. Deploy on every commit. Permissive networking.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Test / Staging — validate before promotion. CI-driven deploys, read-only manual access. Network topology mirrors production exactly.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Production — serve real users. Strictly read-only for humans. All changes via GitOps pipeline (ArgoCD/Flux). Strict micro-segmentation.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The principle: freedom increases as risk decreases. Dev is the most permissive, prod is the most restrictive, and test mirrors prod's topology so what passes test also passes prod.</a:t>
            </a:r>
          </a:p>
        </p:txBody>
      </p:sp>
      <p:pic>
        <p:nvPicPr>
          <p:cNvPr id="5" name="Picture 4" descr="policy-env-rb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00200"/>
            <a:ext cx="10086588" cy="21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Freedom ←→ Restriction: access decreases as environment risk increases.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3</a:t>
            </a:r>
          </a:p>
        </p:txBody>
      </p:sp>
      <p:pic>
        <p:nvPicPr>
          <p:cNvPr id="8" name="Picture 7" descr="pptx_logo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RBAC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RBAC: the Kubernetes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4480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Kubernetes RBAC has four objects: Role (namespace-scoped permissions), ClusterRole (cluster-wide), RoleBinding (grants a Role to a user/group in a namespace), ClusterRoleBinding (grants cluster-wide).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Key verbs: get, list, watch (read-only) versus create, update, patch, delete (write). The governance question is which verbs each persona gets in each environment.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Industry best practice: least privilege, no cluster-admin for humans, audit logging of all RBAC decisions. Quarterly review of who has access to what. Remove stale bindings.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Reference: Kubernetes RBAC Good Practices (kubernetes.io) recommends namespace-scoped roles over cluster roles, and service accounts with minimal permissions.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kubernetes.io/docs/concepts/security/rbac-good-practices/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4</a:t>
            </a:r>
          </a:p>
        </p:txBody>
      </p:sp>
      <p:pic>
        <p:nvPicPr>
          <p:cNvPr id="7" name="Picture 6" descr="pptx_logo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RBAC ·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Environment-specific RBAC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4480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Dev: Pods/Deployments/Services = full CRUD. ConfigMaps/Secrets = full CRUD. NetworkPolicies = full CRUD. Developers own their namespace.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Test: All resources = get, list, watch only. Deploys happen via CI/CD pipeline. Manual kubectl apply is blocked by admission control.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Prod: All resources = get, list, watch only. No watch on Secrets. All changes flow through ArgoCD/Flux after automated validation and peer review.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Use the built-in ClusterRoles: "edit" for dev namespaces, "view" for test and prod. Bind via RoleBinding (namespace-scoped, not ClusterRoleBinding).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Built-in ClusterRoles: edit (dev), view (test/prod)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5</a:t>
            </a:r>
          </a:p>
        </p:txBody>
      </p:sp>
      <p:pic>
        <p:nvPicPr>
          <p:cNvPr id="7" name="Picture 6" descr="pptx_logo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NETWORKPOLICY · ZERO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Default-deny NetworkPolicy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4480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Zero-trust networking starts with a default-deny rule in every namespace. Without any NetworkPolicy, Kubernetes allows all traffic — any pod can reach any other pod in the cluster.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A single default-deny policy flips that to "nothing is allowed unless explicitly permitted." podSelector: {} matches every pod. policyTypes: [Ingress, Egress] denies both directions.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After the baseline, developers write targeted policies to open only necessary connections — port 5432 to the database, port 9092 to Kafka, port 8080 between specific services.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This is the single highest-impact security measure for a Kubernetes namespace. Without it, a compromised pod can scan and reach every service in the cluster.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The single highest-impact security measure you can apply to a Kubernetes namespace.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6</a:t>
            </a:r>
          </a:p>
        </p:txBody>
      </p:sp>
      <p:pic>
        <p:nvPicPr>
          <p:cNvPr id="7" name="Picture 6" descr="pptx_logo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NETWORKPOLICY · BY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NetworkPolicy by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21000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Dev: permissive within the namespace. Allow all intra-namespace traffic. Block cross-namespace to prevent accidental dependencies.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Test / Staging: mirror production's network topology exactly. If prod only allows order → inventory on port 8080, test enforces the same rule.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Prod: strict micro-segmentation. Each service-to-service connection is explicitly allowed by label selector, port, and protocol. Egress to external services is allow-listed by CIDR or DNS.</a:t>
            </a:r>
          </a:p>
        </p:txBody>
      </p:sp>
      <p:pic>
        <p:nvPicPr>
          <p:cNvPr id="5" name="Picture 4" descr="policy-namespace-iso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00200"/>
            <a:ext cx="10717000" cy="21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Same default-deny baseline everywhere; the allow rules differ by environment.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7</a:t>
            </a:r>
          </a:p>
        </p:txBody>
      </p:sp>
      <p:pic>
        <p:nvPicPr>
          <p:cNvPr id="8" name="Picture 7" descr="pptx_logo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ADMISSION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Policy-as-code with OPA Gatekeeper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21000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RBAC controls who can act; admission control controls what they can create. OPA Gatekeeper evaluates every object against policies written as code.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Common policies: images must come from a trusted registry, no privileged containers, resource limits required, namespace labels required (env, team).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Same policies run in two places: in CI (conftest) before merge, and at admission on the cluster. Violation in CI = PR comment. Violation at admission = hard reject.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Alternative: Kyverno — Kubernetes-native policies in YAML instead of Rego. Same dual-enforcement model (CI + admission).</a:t>
            </a:r>
          </a:p>
        </p:txBody>
      </p:sp>
      <p:pic>
        <p:nvPicPr>
          <p:cNvPr id="5" name="Picture 4" descr="12-policy-as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00200"/>
            <a:ext cx="8573600" cy="21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Policy lives in Git and is enforced at admission; no human runs a checklist.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8</a:t>
            </a:r>
          </a:p>
        </p:txBody>
      </p:sp>
      <p:pic>
        <p:nvPicPr>
          <p:cNvPr id="8" name="Picture 7" descr="pptx_logo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GITOPS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GitOps-gated production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21000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In production, no human runs kubectl apply. Every change follows a GitOps pipeline: Developer opens PR → CI validates (kubeval, conftest) → staging deploy + test → peer review → merge triggers ArgoCD/Flux sync.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Benefits: complete audit trail (Git history), separation of duties (developer proposes, SRE approves), reproducibility (any cluster state rebuilt from Git).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Drift detection: if someone manually changes the cluster, ArgoCD detects the drift and either alerts or auto-reverts to the Git-declared state.</a:t>
            </a:r>
          </a:p>
        </p:txBody>
      </p:sp>
      <p:pic>
        <p:nvPicPr>
          <p:cNvPr id="5" name="Picture 4" descr="policy-gitop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00200"/>
            <a:ext cx="11057700" cy="1382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The only path to production is a merged PR — no exceptions, no bypass.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9</a:t>
            </a:r>
          </a:p>
        </p:txBody>
      </p:sp>
      <p:pic>
        <p:nvPicPr>
          <p:cNvPr id="8" name="Picture 7" descr="pptx_logo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L7 ROUTING · POLICY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The four-layer L7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21000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Edge / Ingress: TLS termination, host-based routing, DDoS mitigation. Tools: Ingress controller, cloud load balancer.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API Gateway: authentication, rate limiting, API key validation. Tools: Kong, Ambassador, Envoy Gateway.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Service Mesh: mTLS, AuthorizationPolicy, circuit breaking, retry budgets. Tools: Istio / Envoy sidecar.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In-app: business rules, feature flags, tenant isolation. Place policies at the lowest layer that has the information needed to decide.</a:t>
            </a:r>
          </a:p>
        </p:txBody>
      </p:sp>
      <p:pic>
        <p:nvPicPr>
          <p:cNvPr id="5" name="Picture 4" descr="22-l7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00200"/>
            <a:ext cx="9370054" cy="21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Each layer adds capability but also latency (~1-3ms per L7 hop).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10</a:t>
            </a:r>
          </a:p>
        </p:txBody>
      </p:sp>
      <p:pic>
        <p:nvPicPr>
          <p:cNvPr id="8" name="Picture 7" descr="pptx_logo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ISTIO · ZERO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Istio AuthorizationPolicy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4480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Inside the mesh, every workload gets a SPIFFE identity: cluster.local/ns/&lt;namespace&gt;/sa/&lt;service-account&gt;. Istio AuthorizationPolicy controls which identities can call which endpoints.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Example: only order-service in the orders namespace can POST to /reserve on inventory. Even if a pod is compromised, it can only call the exact endpoints its identity is authorized for.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Combined with mTLS (enabled by default in the mesh), every service-to-service call is authenticated, encrypted, and authorized.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This is zero-trust at the service level — the mesh enforces it without application code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Zero-trust at the service level: even compromised pods are contained.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11</a:t>
            </a:r>
          </a:p>
        </p:txBody>
      </p:sp>
      <p:pic>
        <p:nvPicPr>
          <p:cNvPr id="7" name="Picture 6" descr="pptx_logo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L7 ROUTING · SAFE ROLLOUTS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Traffic steering for safe rollouts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21000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Canary: route 5% of traffic to the new version, monitor error rates, gradually increase. Rollback = set weight to 0.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Blue/Green: two identical environments; switch traffic atomically by updating the VirtualService.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Header-based dark launch: route requests with x-canary: true to the new version. Only opted-in developers or QA see it. Production users are unaffected.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Shadow/mirror: duplicate production traffic to a test deployment without affecting responses. Validate behavior under real load with zero risk.</a:t>
            </a:r>
          </a:p>
        </p:txBody>
      </p:sp>
      <p:pic>
        <p:nvPicPr>
          <p:cNvPr id="5" name="Picture 4" descr="22-traffic-ste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00200"/>
            <a:ext cx="8364487" cy="21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L7 routing enables environment-safe deployments without modifying RBAC or network policies.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12</a:t>
            </a:r>
          </a:p>
        </p:txBody>
      </p:sp>
      <p:pic>
        <p:nvPicPr>
          <p:cNvPr id="8" name="Picture 7" descr="pptx_logo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NAMESPACE ISOLATION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Namespace isolation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21000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A well-governed namespace is a blast-radius boundary with four controls stacked: RBAC (who can act), NetworkPolicy (what traffic flows), ResourceQuota (how much the namespace consumes), LimitRange (per-container defaults).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Together, these prevent one team's namespace from consuming cluster resources, accessing another team's data, or receiving unauthorized traffic.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ResourceQuota bounds the namespace: max CPU, memory, pod count, service count. LimitRange sets defaults so no single container can claim unbounded resources.</a:t>
            </a:r>
          </a:p>
        </p:txBody>
      </p:sp>
      <p:pic>
        <p:nvPicPr>
          <p:cNvPr id="5" name="Picture 4" descr="policy-namespace-iso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00200"/>
            <a:ext cx="10717000" cy="21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Four controls stack to make each namespace a blast-radius boundary.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13</a:t>
            </a:r>
          </a:p>
        </p:txBody>
      </p:sp>
      <p:pic>
        <p:nvPicPr>
          <p:cNvPr id="8" name="Picture 7" descr="pptx_logo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CI/CD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CI/CD validation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21000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Every policy change flows through: Schema validation (kubeval) → Policy lint (conftest/kyverno) → Dry-run apply (kubectl --dry-run=server) → Staging deploy (ArgoCD sync) → Smoke test (curl/hey/newman) → Approval gate (PR review) → Prod deploy.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The key principle: the CI pipeline is the only path to production. No exceptions, no emergency kubectl apply, no "just this once." If the pipeline is too slow for emergencies, fix the pipeline.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Every stage produces artifacts: schema validation results, policy compliance reports, staging test results. These feed the audit trail.</a:t>
            </a:r>
          </a:p>
        </p:txBody>
      </p:sp>
      <p:pic>
        <p:nvPicPr>
          <p:cNvPr id="5" name="Picture 4" descr="policy-ci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00200"/>
            <a:ext cx="11057700" cy="1382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Fail at any stage → PR blocked. No exceptions, no bypass.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14</a:t>
            </a:r>
          </a:p>
        </p:txBody>
      </p:sp>
      <p:pic>
        <p:nvPicPr>
          <p:cNvPr id="8" name="Picture 7" descr="pptx_logo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AUDIT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Audit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4480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API server audit logs: every kubectl command, every API call, with user identity, timestamp, resource, and verb. Configure at Metadata or Request level for sensitive resources.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OPA decision logs: every admission decision (allow/deny) with the policy that matched and the object that triggered it.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Git history as audit trail: with GitOps, every production change is a Git commit with author, reviewer, timestamp, and diff. This is the audit trail compliance teams want.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RBAC review cadence: quarterly review of who has access. Remove stale bindings. Verify no human has cluster-admin. Scan for namespaces missing default-deny.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Git history + audit logs + OPA decision logs = complete compliance trail.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15</a:t>
            </a:r>
          </a:p>
        </p:txBody>
      </p:sp>
      <p:pic>
        <p:nvPicPr>
          <p:cNvPr id="7" name="Picture 6" descr="pptx_logo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ANTI-PATTERNS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Anti-patterns to avoid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4480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cluster-admin for developers: one typo deletes a namespace, one compromise owns the cluster. Fix: use edit in dev, view in prod.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No default-deny: any pod can reach any pod — lateral movement is trivial. Fix: apply default-deny in every namespace on day one.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Manual kubectl apply in prod: no audit trail, no review, no rollback. Fix: GitOps pipeline with ArgoCD/Flux.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Shared namespaces across teams: no blast-radius boundary. Fix: one namespace per team per environment. No resource quotas: one runaway deployment consumes all cluster memory. Fix: ResourceQuota + LimitRange everywhere.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943600"/>
            <a:ext cx="11057700" cy="3108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Red Hat Text"/>
              </a:rPr>
              <a:t>Each anti-pattern has a concrete, deployable 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16</a:t>
            </a:r>
          </a:p>
        </p:txBody>
      </p:sp>
      <p:pic>
        <p:nvPicPr>
          <p:cNvPr id="7" name="Picture 6" descr="pptx_logo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4480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1. Default-deny NetworkPolicy in every namespace — the single highest-impact measure.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2. Environment-tiered RBAC — edit in dev, view in test and prod, CI/CD as the only deploy path.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3. Policy-as-code — OPA Gatekeeper or Kyverno at admission, conftest in CI, same policies in both.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4. GitOps for production — ArgoCD or Flux, no manual kubectl apply, drift detection enabled.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5. Namespace isolation — RBAC + NetworkPolicy + ResourceQuota + LimitRange per namespace.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6. Audit everything — API server audit logs, OPA decision logs, Git history as the source of truth.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17</a:t>
            </a:r>
          </a:p>
        </p:txBody>
      </p:sp>
      <p:pic>
        <p:nvPicPr>
          <p:cNvPr id="6" name="Picture 5" descr="pptx_logo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700" cy="292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100" b="1">
                <a:solidFill>
                  <a:srgbClr val="CC0000"/>
                </a:solidFill>
                <a:latin typeface="Red Hat Text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57700" cy="8229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Overpass SemiBold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57700" cy="44805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300">
                <a:solidFill>
                  <a:srgbClr val="111111"/>
                </a:solidFill>
                <a:latin typeface="Red Hat Text"/>
              </a:rPr>
              <a:t>Kubernetes RBAC Good Practices — kubernetes.io/docs/concepts/security/rbac-good-practices/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Kubernetes Network Policies — kubernetes.io/docs/concepts/services-networking/network-policies/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OPA Gatekeeper — open-policy-agent.github.io/gatekeeper/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Kyverno — kyverno.io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Istio AuthorizationPolicy — istio.io/latest/docs/reference/config/security/authorization-policy/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ArgoCD — argo-cd.readthedocs.io  ·  Flux — fluxcd.io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CNCF Cloud Native Security Whitepaper — github.com/cncf/tag-security</a:t>
            </a:r>
          </a:p>
          <a:p>
            <a:pPr>
              <a:spcAft>
                <a:spcPts val="400"/>
              </a:spcAft>
            </a:pPr>
          </a:p>
          <a:p>
            <a:r>
              <a:rPr sz="1300">
                <a:solidFill>
                  <a:srgbClr val="111111"/>
                </a:solidFill>
                <a:latin typeface="Red Hat Text"/>
              </a:rPr>
              <a:t>Pod Security Standards — kubernetes.io/docs/concepts/security/pod-security-standards/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64224"/>
            <a:ext cx="914400" cy="274200"/>
          </a:xfrm>
          <a:prstGeom prst="rect">
            <a:avLst/>
          </a:prstGeom>
          <a:noFill/>
        </p:spPr>
        <p:txBody>
          <a:bodyPr wrap="square">
            <a:spAutoFit/>
            <a:norm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Red Hat Text"/>
              </a:rPr>
              <a:t>18</a:t>
            </a:r>
          </a:p>
        </p:txBody>
      </p:sp>
      <p:pic>
        <p:nvPicPr>
          <p:cNvPr id="6" name="Picture 5" descr="pptx_logo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