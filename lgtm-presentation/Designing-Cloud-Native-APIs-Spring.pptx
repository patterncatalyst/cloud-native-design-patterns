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come from Spring Boot Actuator, with no controller code in Example 01: the liveness and readiness health groups are served on the main port at /healthz and /readyz (additional-path), so the compose healthchecks and the Kubernetes probes keep their paths. /healthz is liveness (am I alive? if not, restart me) and includes only livenessState, so it never checks a dependency; /readyz is readiness (can I serve?): its group adds the db contributor, which checks a pooled connection, and when that fails it answers 503 with status DOWN, which takes the pod out of rotation without killing it. The probe reads the status code, not the body: Kubernetes treats any answer from 200 to 399 as ready. A custom check is a HealthIndicator bean added to a group's include list; Example 21 adds one. Persistence is Spring Data JPA: the entity maps the existing orders table and Hibernate only validates it (ddl-auto=validate), because the db/init scripts own the schema.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example starts a plain grpc-java server from a CommandLineRunner inside the Spring Boot application, so no gRPC starter sits between the code and the library.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two Spring Data JPA repositories.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a JSONB column that Hibernate maps from a Map with @JdbcTypeCode(SqlTypes.JSON),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reads each order.placed event as a typed OrderPlaced record (merchant_id and total), re-keys it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MerchantRevenue record with the window start and end, merchant_id, order_count and the revenue rounded HALF_UP; a JacksonJsonSerde writes it as the same JSON object other services already consume from revenue.by-merchant, so the payload does not change for non-Java readers. An event that cannot be deserialized, such as a total that is not a number, is logged and skipped by the LogAndContinue handler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provides the bulkhead. Example 12 needs one limit per tenant, so instead of the @Bulkhead annotation, which names a single fixed instance, it asks the BulkheadRegistry for a bulkhead named after the tenant, created on first use from a shared 'tenant' configuration: five concurrent calls and a maximum wait of zero.</a:t>
            </a:r>
            <a:endParaRPr/>
          </a:p>
          <a:p>
            <a:pPr indent="0" lvl="0" marL="0" rtl="0" algn="l">
              <a:spcBef>
                <a:spcPts val="0"/>
              </a:spcBef>
              <a:spcAft>
                <a:spcPts val="0"/>
              </a:spcAft>
              <a:buNone/>
            </a:pPr>
            <a:r>
              <a:rPr lang="en-US"/>
              <a:t>A tenant that fills its five permits gets BulkheadFullException and a 429 at once, while every other tenant keeps its own five. Refusing instead of queueing matters: a queue in front of a saturated tenant only turns its storm into a pile of waiting requests. At the platform layer, Istio's per-destination connection-pool limits complement these in-process limits.</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advanceOnce() from SagaEngine in Example 17: one transaction per step, with the log row for a failed step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advanceOnce() is @Transactional and loads the saga through lockById, a repository query annotated @Lock(PESSIMISTIC_WRITE) that Hibernate runs as SELECT ... FOR UPDATE. It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saved, and step_index moves forward. The entity is managed, so Hibernate writes the changes when the transaction commits: the lock, the log and the new state commit together, the same rule as the outbox.</a:t>
            </a:r>
            <a:endParaRPr/>
          </a:p>
          <a:p>
            <a:pPr indent="0" lvl="0" marL="0" rtl="0" algn="l">
              <a:spcBef>
                <a:spcPts val="0"/>
              </a:spcBef>
              <a:spcAft>
                <a:spcPts val="0"/>
              </a:spcAft>
              <a:buNone/>
            </a:pPr>
            <a:r>
              <a:rPr lang="en-US"/>
              <a:t>SagaService.advance() calls advanceOnce() in a loop, each call in a new transaction, until the status is no longer RUNNING. A crash rolls back at most the step in flight, which runs again on resume, so every step must be idempotent. A thrown exception marks the saga COMPENSATING, and compensate() runs the completed steps' compensations in reverse before setting COMPENSATED. The transaction boundary lives in SagaEngine, a separate bean, because a @Transactional method called from inside its own class would bypass the proxy.</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whole sequence. On SIGTERM the JVM's shutdown hook closes the application context, and Spring stops SmartLifecycle beans from the highest phase down. DrainLifecycle runs at DEFAULT_PHASE minus 512, a higher phase than the web server's graceful-shutdown phase, so it stops first. One SIGTERM, the only signal Kubernetes sends before SIGKILL, drives everything: the bean flips ShutdownState and publishes ReadinessState.REFUSING_TRAFFIC through an AvailabilityChangeEvent, so /readyz answers 503 and the Service stops routing, and it then keeps the service serving for DRAIN_DELAY_SECONDS (5 s; it plays the part of a preStop sleep) while the endpoint removal propagates.</a:t>
            </a:r>
            <a:endParaRPr/>
          </a:p>
          <a:p>
            <a:pPr indent="0" lvl="0" marL="0" rtl="0" algn="l">
              <a:spcBef>
                <a:spcPts val="0"/>
              </a:spcBef>
              <a:spcAft>
                <a:spcPts val="0"/>
              </a:spcAft>
              <a:buNone/>
            </a:pPr>
            <a:r>
              <a:rPr lang="en-US"/>
              <a:t>A drain HealthIndicator is part of the readiness group and reports DOWN with the reason shutting down, which the 503 body shows; the liveness group does not include it, so /healthz stays 200. Then, with server.shutdown=graceful, the embedded Tomcat, Jetty or Reactor Netty stops accepting new connections and finishes in-flight HTTP, bounded by spring.lifecycle.timeout-per-shutdown-phase (20 s here; the default is 30 s), the context closes the pool, and the process ends inside the 30-second grace period. The JVM exits with 143 (128 + SIGTERM) after a clean shutdown, which Kubernetes and the verify script treat as success.</a:t>
            </a:r>
            <a:endParaRPr/>
          </a:p>
          <a:p>
            <a:pPr indent="0" lvl="0" marL="0" rtl="0" algn="l">
              <a:spcBef>
                <a:spcPts val="0"/>
              </a:spcBef>
              <a:spcAft>
                <a:spcPts val="0"/>
              </a:spcAft>
              <a:buNone/>
            </a:pPr>
            <a:r>
              <a:rPr lang="en-US"/>
              <a:t>Use @EventListener(ContextClosedEvent.class), @PreDestroy or SmartLifecycle to drain what Spring does not drain for you: Kafka consumers (consumer.wakeup() then commit on close), the scheduler (stop accepting new triggers), WebSockets (send a close frame so clients reconnect elsewhere). In a real cluster the drain delay is usually a preStop sleep in the pod spec; the lifecycle bean keeps the example self-contained on compose.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The Cache abstraction is the library's read-through interface: cache.get(key, loader) returns the cached value, or calls the loader on a miss and stores the result. RedisCacheManager configures Redis as the backing store with a TTL from configuration, keys prefixed rt:product: and plain JSON values (JacksonJsonRedisSerializer on Jackson 3), so non-Java readers can parse them. Example 25 calls the Cache directly instead of using @Cacheable because the endpoint reports where the answer came from: a flag set inside the loader becomes the source field, db on a miss and cache on a hit. The loader throws when the product does not exist, which keeps null out of the cache and becomes a 404. If Redis is down, the call fails and the endpoint falls back to the database. The annotation form, @Cacheable on a service method with @CacheEvict on update(), gives the same behavior declaratively; it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a Spring Data repository method, a @Modifying native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shared RestClient's request factory sets a 2-second connect and read timeout, so no call through it can hang. The deadline endpoint subtracts the edge's own overhead from the caller's budget, refuses at once when too little is left, and otherwise calls the backend with a client bounded by the remaining budget and the same number in the X-Deadline-Ms header, so the backend can refuse work it cannot finish.</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keeps the annotation on the method and the policy in application.properties: three attempts, waits starting at 100 ms and doubling up to 2 s, each randomised by up to half for jitter, and only a 5xx or an I/O failure is retried. The method counts its own invocations, which is how the example reports the number of attempts. Retry only idempotent calls, and pair the retry with a circuit breaker so a dependency that is clearly down stops receiving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Resilience4j's @CircuitBreaker with a fallback method that receives the cause, so the response says why it fell back: circuit_open when the breaker refused the call without touching the backend, upstream_&lt;status&gt; or upstream_unreachable when the call itself failed. The breaker counts the last five calls; five failures out of five open it for ten seconds, after which two trial calls decide whether it closes. Use one named instance per dependency and never share a breaker between dependencies.</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drain. A SmartLifecycle bean (DrainLifecycle) stops before the web server on the single SIGTERM: (1) it flips ShutdownState and publishes REFUSING_TRAFFIC, so the readiness group, which includes a drain HealthIndicator, answers /readyz with 503 and the Kubernetes readiness probe sees the pod go not-ready and stops routing, while /healthz stays 200; (2) it keeps the service serving for DRAIN_DELAY_SECONDS so the load balancer's removal propagates; (3) the web server's graceful shutdown stops accepting and drains in-flight HTTP within timeout-per-shutdown-phase (20 s); (4) the context closes the pool and the JVM exits with 143 (128 + SIGTERM).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Actuator</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application.yaml + OrderController (excerpt), examples/01-cloud-native-principles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management.endpoint.health: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probes.enabled: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group: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liveness: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livenessState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"server:/healthz"</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readiness:                       # readiness: a pooled connection answers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readinessState,db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"server:/readyz"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orders;     // Spring Data JPA over the orders 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OrderController(OrderRepository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 String serviceVersion)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this.serviceVersion =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List&lt;OrderResponse&gt; listOrders()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orders.findAll(Sort.by("id")).stream().map(OrderResponse::of).toList();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Boot 4 + grpc-java</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grpc-java server; protobuf-maven-plugin generates the stubs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@SpringBootApplication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InventoryServiceApplication extends InventoryGrpc.InventoryImplBase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implements CommandLineRunner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run(String... args) throws 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 = ServerBuilder.forPort(grpcPort).addService(this).build().start();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server.awaitTermination();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.setRemaining(remaining &gt;= 0 ? remaining : 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InventoryGrpcClient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InventoryGrpcClient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inventory.remaining(order.sku());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OrderView placeOrder(String sku, int quantity)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order = orders.save(new Order(sku, quantity, "confirmed"));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view = order.toView();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outbox.save(new OutboxEvent(order.getId(), "order.placed", Map.of(  // same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view.id(), "sku", view.sku(),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"quantity", view.quantity(), "status", view.status())));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view;        // OutboxEvent.payload: a JSONB column (@JdbcTypeCode(SqlTypes.JSON))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@Configuration @EnableKafkaStreams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KStream&lt;String, MerchantRevenue&gt; revenueStream(StreamsBuilder builder)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JacksonJsonSerde&lt;&gt;(OrderPlaced.class)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.ignoreTypeHeaders().noTypeInfo();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JacksonJsonSerde&lt;&gt;(Acc.class).noTypeInfo();   // revenueSerde alike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revenue =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.selectKey((key, order) -&gt; order.merchantId())     // re-key by merchant_id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.groupByKey(Grouped.with(Serdes.String(),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changelog-backed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.map((window, acc) -&gt; KeyValue.pair(window.key(), toRevenue(window, acc)));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revenue.to(REVENUE, Produced.with(Serdes.String(), revenueSerde));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revenue;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InventoryGrpcClient inventory;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OrderService(InventoryGrpcClient i) { this.inventory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inventory.reserveStock(sku, qty);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examples/12-security/spring-boot/order-service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one Resilience4j bulkhead per tenant from the "tenant"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resilience4j.bulkhead.configs.tenant.max-concurrent-calls=5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resilience4j.bulkhead.configs.tenant.max-wait-duration=0     # refuse at 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BulkheadService.java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Bulkhead forTenant(String tenant)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registry.bulkhead(tenant, "tenant");   // created on first use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OrderController.java, POST /orders: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Object&gt; order = bulkhead.forTenant(body.tenant())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.executeSupplier(() -&gt; placeOrder(body, identity, subject));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ResponseEntity.status(HttpStatus.CREATED).body(order);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(BulkheadFullException e) {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ResponseEntity.status(HttpStatus.TOO_MANY_REQUESTS)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.body(Map.of("detail",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through Spring Data JPA, one transaction per step under a row lock.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SagaEngine.java excerpt (examples/17-sagas); the failed-step log row is left 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@Transactional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String advanceOnce(String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SagaEntity saga = sagas.lockById(sagaId).orElse(null);  // @Lock(PESSIMISTIC_WRITE)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 null) return "NOT_FOUND";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(!"RUNNING".equals(saga.getStatus())) return saga.getStatus();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saga.getStepIndex();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saga.setStatus("COMPLETED"); return "COMPLETED";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stepExecutor.execute(step.name(), saga.getContext());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sagaLog.save(new SagaLogEntity(sagaId,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saga.setStepIndex(stepIndex + 1);                 // output joins the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saga.setContext(contextWith(saga, step.name(),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saga.setStatus("COMPENSATING");                   // dirty checking writes it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SagaService.advance(): do { status = engine.advanceOnce(id); } while RUNNING (a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transaction each call), then engine.compensate(id) when the status is COMPENSATING</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DrainLifecycle.java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...health.group.readiness.include=readinessState,db,drain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DrainLifecycle implements SmartLifecycle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stop() {                          // SIGTERM: the highest phase stops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Thread.sleep(drainDelayMillis);           // DRAIN_DELAY_SECONDS, default 5: serve 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then the web server's graceful phase finishes in-flight HTTP (20 s bound), the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context closes the pool, and the JVM exits (143 = 128 + SIGTERM)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 getPhase() { return DEFAULT_PHASE - 512; }   // stops before the web server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 "drain" HealthIndicator reports DOWN "shutting down": /readyz is 503,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web server's graceful shutdown drains in-flight requests,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Cache.get</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 examples/25-caching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RedisCacheManager cacheManager(RedisConnectionFactory cf, CacheServiceProperties props)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products = 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.entryTtl(Duration.ofSeconds(props.ttlSeconds()))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.disableCachingNullValues()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.computePrefixWith(cacheName -&gt; "rt:product:")        // keys: rt:product:&lt;id&gt;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JacksonJsonRedisSerializer&lt;&gt;(ProductView.class)));   // plain JSON 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.withInitialCacheConfigurations(Map.of("read-through-products", 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@GetMapping("/read-through/products/{pid}")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ResponseEntity&lt;ProductResponse&gt; readThroughGet(@PathVariable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                   // set only when the loader ran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ProductView product = readThroughCache.get(pid, () -&gt; {   // hit: cached; miss: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products.find(pid).orElseThrow(() -&gt; new UnknownProduct(pid));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ResponseEntity.ok(product.from(loaded.get() ? "db" : "cache"));   // "source"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Cache.get(key, loader) runs the loader only on a miss. Callers see one interface; a hit never touches the database.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JPA</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metrics.upsert(mid, json);             // MetricRepository: @Modifying native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    // INSERT ... ON CONFLICT (id) DO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BackendClient: every call through the shared RestClient gives up after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factory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factory.setConnectTimeout(Duration.ofSeconds(2));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factory.setReadTimeout(Duration.ofSeconds(2));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this.rest = builder.baseUrl(backendUrl).requestFactory(factory).build();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EdgeController /with-deadline: pass on what is left of the caller's budget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int remaining = budgetMs - 50;                   // edge overhead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(remaining &lt; 50) {                            // too little to finish: fail now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result.put("reason", "insufficient budget at edge");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budgeted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budgeted.setReadTimeout(Duration.ofMillis(remaining));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response = RestClient.builder().requestFactory(budgeted).build().get()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.uri(backendUrl + "/process")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String.valueOf(remaining))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.retrieve()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.toEntity(Map.class);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examples/26-failure-modes/spring-boot/edge-service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BackendClient: the annotation needs a Spring proxy, so it sits on this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@Retry(name = "backend")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ResponseEntity&lt;Map&gt; processWithRetry(AtomicInteger attempts)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attempts.incrementAndGet();                  // reported by /with-retry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process();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the policy lives in configuration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resilience4j.retry.instances.backend.max-attempts=3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resilience4j.retry.instances.backend.wait-duration=100ms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resilience4j.retry.instances.backend.enable-exponential-backoff=true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resilience4j.retry.instances.backend.exponential-backoff-multiplier=2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resilience4j.retry.instances.backend.exponential-max-wait-duration=2s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resilience4j.retry.instances.backend.enable-randomized-wait=true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resilience4j.retry.instances.backend.randomized-wait-factor=0.5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resilience4j.retry.instances.backend.retry-exceptions=\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org.springframework.web.client.HttpServerErrorException,\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org.springframework.web.client.ResourceAccessException</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@CircuitBreaker(name = "backend", fallbackMethod = "fallback")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Map&lt;String, Object&gt; processWithBreaker()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"live", "body", process().getBody(),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Map&lt;String, Object&gt; fallback(Throwable cause) {   // open breaker or failed call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reason = switch (cause)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CallNotPermittedException ignored -&gt; "circuit_open";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HttpServerErrorException e -&gt; "upstream_" + e.getStatusCode().value();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default -&gt; "upstream_unreachable";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"fallback", "reason", reason,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5 of 5 calls failed -&gt; open for 10 s, then 2 trial calls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resilience4j.circuitbreaker.instances.backend.sliding-window-type=COUNT_BASED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resilience4j.circuitbreaker.instances.backend.sliding-window-size=5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resilience4j.circuitbreaker.instances.backend.failure-rate-threshold=100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resilience4j.circuitbreaker.instances.backend.wait-duration-in-open-state=10s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DrainLifecycle.java (excerpt), examples/21-graceful-shutdown/spring-boot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DrainLifecycle implements SmartLifecycle {      // stops before the web 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void stop()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is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Thread.sleep(drainDelayMillis);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int getPhase() { return DEFAULT_PHASE - 512; }  // 4. the context closes the pool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@Component("drain")                                  // part of the readiness 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DrainHealthIndicator implements HealthIndicator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Health health()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Health.down().withDetail("reason", "shutting down").build()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Health.up().build();                    // /healthz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