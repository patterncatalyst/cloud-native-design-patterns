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Go 1.27.2 with net/http, gRPC, GraphQL, Kafka, Kubernetes.</a:t>
            </a: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code from Example 01: configuration comes from the environment with os.Getenv (factor III), never from a baked-in file: SERVICE_VERSION names the version the image reports, and DATABASE_URL points the pgx pool at Postgres. The router is the standard library's ServeMux, so there is no router dependency.</a:t>
            </a:r>
          </a:p>
          <a:p>
            <a:r>
              <a:t>The two probes are the contract with Kubernetes: /healthz is liveness (is the process up? if not, restart it) and never checks a dependency; /readyz is readiness (can it serve?): it pings the database with a two-second timeout and, when that fails, answers 503 with status down, which takes the pod out of rotation without killing it. The probe reads the status code, not the body: Kubernetes treats any answer from 200 to 399 as ready. Getting liveness and readiness wrong is a common cause of cascading restarts, so stress the distinction.</a:t>
            </a: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edge surface. Point out four things teams routinely get wrong: (1) resource-shaped URLs, nouns not verbs, registered with Go 1.22 method-aware patterns such as "POST /orders"; (2) the request decoded into a typed struct and validated, so bad input never reaches the logic; (3) correct status codes: 201 on create with a Location header, not 200; (4) cursor pagination on the listing, not offset, because offset breaks under concurrent writes and slows down at depth.</a:t>
            </a:r>
          </a:p>
          <a:p>
            <a:r>
              <a:t>The handler publishes order.placed after the insert; the Data section makes that publish safe with the outbox. The OpenAPI document for this surface is what we register and gate. Test it with curl and Postman.</a:t>
            </a: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just like OpenAPI. The field numbers (=1, =2) are the wire contract; Appendix B returns to why. protoc-gen-go and protoc-gen-go-grpc generate the message types and the server interface, so both sides share types and nobody parses JSON by hand.</a:t>
            </a:r>
            <a:endParaRPr/>
          </a:p>
          <a:p>
            <a:pPr indent="0" lvl="0" marL="0" rtl="0" algn="l">
              <a:spcBef>
                <a:spcPts val="0"/>
              </a:spcBef>
              <a:spcAft>
                <a:spcPts val="0"/>
              </a:spcAft>
              <a:buNone/>
            </a:pPr>
            <a:r>
              <a:rPr lang="en-US"/>
              <a:t>The server embeds the generated UnimplementedInventoryServer, which keeps it compiling when the service gains methods, and reads fields through the generated getters. gRPC is binary and multiplexed over HTTP/2, so it is fast and supports streaming: the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resolver makes federation concrete. gqlgen is schema-first: it generates the resolver interfaces from graph/schema.graphqls, and we implement them. The orders query calls order-api over REST. The Order.stock field is filled only when the query selects it, and one GetStockBatch gRPC call to inventory-service covers every order in the response.</a:t>
            </a:r>
          </a:p>
          <a:p>
            <a:r>
              <a:t>That batching is the answer to the N+1 problem: naive per-field resolution would make one inventory call per order. The services stay unaware of each other; the gateway owns the composition, and the schema's SDL is what we export to the registry.</a:t>
            </a: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Go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whole mechanism is the single transaction: pool.Begin, then tx.Commit, with defer tx.Rollback for every early return. The order insert and the outbox insert commit together or not at all.</a:t>
            </a:r>
          </a:p>
          <a:p>
            <a:r>
              <a:t>There is no broker call inside the request path. If the broker is down, the order still commits and the event ships when CDC catches up, so request latency and availability no longer depend on Kafka. Debezium tails the write-ahead log and publishes outbox rows in commit order, which gives a guaranteed, ordered event stream. The saga appendix uses the same idea: the state transition and the outbound command commit together.</a:t>
            </a: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things to drill home. First, auto-commit is disabled (kgo.DisableAutoCommit) and the offsets are committed after the side effect, here the notification insert. Commit first and crash, and the work is lost.</a:t>
            </a:r>
          </a:p>
          <a:p>
            <a:r>
              <a:t>Second, because the commit comes after the work, a crash mid-batch means the records are delivered again, so delivery is at-least-once and handlers must be idempotent. The example's consumer inserts with ON CONFLICT (order_id) DO NOTHING, so a duplicate is a no-op. Exactly-once in practice means at-least-once plus idempotency. The record key is the order ID, which keeps every event for one order on one partition, in order.</a:t>
            </a: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Stream processing in Go with goka. A goka group is a Kafka consumer group with a table: local state per key, backed by a changelog topic, so a pod that dies rebuilds its state by replaying the changelog. That is fault-tolerant local state without an external database in the hot path.</a:t>
            </a:r>
          </a:p>
          <a:p>
            <a:r>
              <a:t>Stage one re-keys each order.placed record by merchant; stage two folds the order into that merchant's tumbling windows (the floor of the event time to the window size) and emits every update to revenue.by-merchant. goka has no windowing DSL, so the window is explicit code. The output topic is itself a stream other services consume. Kafka Streams and Flink are the JVM equivalents if asked.</a:t>
            </a: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contract story enforceable. The CI job posts the new schema version to Apicurio; if it violates the artifact's compatibility rule, Apicurio 3.3.3 answers 400 with a RuleViolationException and the job fails the build, blocking the merge. A compatible schema gets 200 and a new version.</a:t>
            </a:r>
            <a:endParaRPr/>
          </a:p>
          <a:p>
            <a:pPr indent="0" lvl="0" marL="0" rtl="0" algn="l">
              <a:spcBef>
                <a:spcPts val="0"/>
              </a:spcBef>
              <a:spcAft>
                <a:spcPts val="0"/>
              </a:spcAft>
              <a:buNone/>
            </a:pPr>
            <a:r>
              <a:rPr lang="en-US"/>
              <a:t>The contract is enforced before code ships, not discovered broken in production by a downstream team. The rule (for example BACKWARD: new consumers can read old data) is set once per artifact and then applies to every change. This is design-first from section 1,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Go: no language agent or -javaagent-style attach; you wrap explicitly (otelhttp for handlers, otelpgx for the DB, an otel wrapper on the Kafka client) and add manual spans, while the OTel Operator can still inject collector config. Python: the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How little code this takes. Go has no agent that attaches at runtime, so instrumentation is explicit: otelhttp.NewHandler wraps the mux and turns every request into a server span, otelgrpc does the same for gRPC, and initTracer sets up the OTLP exporter and the W3C propagator once in main.</a:t>
            </a:r>
          </a:p>
          <a:p>
            <a:r>
              <a:t>You hand-write spans only for business operations worth measuring, such as reserve-stock. The trace_id flows from REST to gRPC to Kafka and into the consumer: the producer injects the trace context into the record headers with the propagator, and the consumer extracts it and starts its span as a child. The Collector ships everything to Tempo, Mimir and Loki, keyed by that trace_id.</a:t>
            </a: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The middleware sets tenant.id at the edge; with the baggage propagator registered next to the trace-context propagator, the OTel SDK serialises it into the baggage header and every downstream HTTP, gRPC or Kafka call made with that context carries it.</a:t>
            </a:r>
            <a:endParaRPr/>
          </a:p>
          <a:p>
            <a:pPr indent="0" lvl="0" marL="0" rtl="0" algn="l">
              <a:spcBef>
                <a:spcPts val="0"/>
              </a:spcBef>
              <a:spcAft>
                <a:spcPts val="0"/>
              </a:spcAft>
              <a:buNone/>
            </a:pPr>
            <a:r>
              <a:rPr lang="en-US"/>
              <a:t>Three hops later a Kafka consumer reads it with baggage.FromContext without anyone passing it explicitly. The common idiom is to also set it as a span attribute so it is queryable in the trace UI: show all slow traces for tenant acme. Caution: baggage travels on the wire to every downstream service, including third parties, so never put secrets or PII in it.</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HS256 JWT signed with golang-jwt v5: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parses with WithValidMethods so only HS256 is accepted (no alg=none, no algorithm swap), requires exp, checks the issuer, then compares res, op and exp with the request.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buffered channels per tenant (Go), Istio per-destination connection pools at the mesh layer.</a:t>
            </a: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 bulkhead per tenant. Each tenant gets its own buffered channel used as a semaphore: a request takes a slot before the work and gives it back afterwards, so at most 5 requests per tenant run at once. A storm from tenant A fills A's channel and blocks only A; tenant B's capacity is untouched.</a:t>
            </a:r>
          </a:p>
          <a:p>
            <a:r>
              <a:t>In production, prefer failing fast to queueing: select on the send and a short timer, and answer 503 when the slot does not free up, so callers back off instead of piling up. For socket-level isolation, give each tenant its own http.Client with a bounded Transport (MaxConnsPerHost). For hard isolation, run per-tenant replicas: Kubernetes-level bulkheading.</a:t>
            </a: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ticket for that key (the golang-jwt valet key of Example 12: GET only, five minutes), and publishes only a small claim {order_id, uri, token} to order.documents with franz-go's ProduceSync. The PII is never on Kafka's wire.</a:t>
            </a:r>
            <a:endParaRPr/>
          </a:p>
          <a:p>
            <a:pPr indent="0" lvl="0" marL="0" rtl="0" algn="l">
              <a:spcBef>
                <a:spcPts val="0"/>
              </a:spcBef>
              <a:spcAft>
                <a:spcPts val="0"/>
              </a:spcAft>
              <a:buNone/>
            </a:pPr>
            <a:r>
              <a:rPr lang="en-US"/>
              <a:t>The consumer decodes the claim, fetches the payload with the token, processes it, then lets the offset commit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five minutes fits the demo, not a backlog.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building maps by hand,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mechanics in gqlgen. We add totalMinor additively and mark the old total field with @deprecated and a reason. The field keeps working, nothing breaks, but the deprecation shows in introspection and in tools such as GraphiQL, nudging client developers. gqlgen keeps generating and serving the resolver for the deprecated field.</a:t>
            </a:r>
          </a:p>
          <a:p>
            <a:r>
              <a:t>The operational piece: instrument field-level usage on the server, and remove total only when its usage drops to zero. That is the GraphQL approach: evolution governed by data, with the breaking removal deferred until it is provably safe. Compare REST's media types and gRPC's tag rules: each protocol answers the same problem differently.</a:t>
            </a: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C covers the protocol left out of the main interaction-styles discussion, because it behaves so differently on Kubernetes. WebSockets are long-lived, stateful and pinned to a pod — the opposite of the stateless request model the platform assumes. We'll build one in net/http, see why it fights scaling, fix it with a backplane, make it fast and versioned with protobuf, and make it survivable with reconnection.</a:t>
            </a: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With coder/websocket the endpoint is short: accept the upgrade, then loop reading and handling messages, full duplex, until the client disconnects. Point at the clients map: it lives in this pod's memory.</a:t>
            </a:r>
          </a:p>
          <a:p>
            <a:r>
              <a:t>That one design fact drives the scaling discussion. The connection, and the knowledge of who is connected, live on exactly one pod. Everything stateless about HTTP, where any replica can serve any request, no longer holds. The scaling slides in this appendix show what that does to a Deployment.</a:t>
            </a: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frames written with websocket.MessageBinary are smaller and cheaper to parse than JSON text, which matters when pushing high-frequency updates to many sockets.</a:t>
            </a:r>
            <a:endParaRPr/>
          </a:p>
          <a:p>
            <a:pPr indent="0" lvl="0" marL="0" rtl="0" algn="l">
              <a:spcBef>
                <a:spcPts val="0"/>
              </a:spcBef>
              <a:spcAft>
                <a:spcPts val="0"/>
              </a:spcAft>
              <a:buNone/>
            </a:pPr>
            <a:r>
              <a:rPr lang="en-US"/>
              <a:t>Versioning: a WebSocket message has no URL to hang a version on, so you version the envelope. The version field lets the client detect an incompatible payload and renegotiate or reconnect; the type field dispatches to the right protobuf message; and a monotonic seq per connection is what makes reconnection and replay possible, the subject of the failure-handling slide. One envelope answers both how to make it fast and how to version a socket message.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map gives each forward step its semantic inverse. The loop walks from StepIndex - 1 down to 0: only the steps that completed, newest first, and invokes each compensation. The saga ends as COMPENSATED.</a:t>
            </a:r>
            <a:endParaRPr/>
          </a:p>
          <a:p>
            <a:pPr indent="0" lvl="0" marL="0" rtl="0" algn="l">
              <a:spcBef>
                <a:spcPts val="0"/>
              </a:spcBef>
              <a:spcAft>
                <a:spcPts val="0"/>
              </a:spcAft>
              <a:buNone/>
            </a:pPr>
            <a:r>
              <a:rPr lang="en-US"/>
              <a:t>The idempotency key built from the saga ID and the step is what prevents the worst outcome: a retry refunding a customer twice. The compensating service dedupes on that key. A production version also tracks per-step compensation status, so a compensation that crashes halfway resumes in the right place instead of re-running finished ones; the idempotency key makes even a naive re-run safe. This is why compensations are designed up front, as part of each step, not added afterwards.</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One function maps domain errors to the wire: domain code returns a typed error, errors.As recognises it, and writeProblem renders RFC 9457 problem+json, so no endpoint invents its own error JSON. Anything unrecognised becomes a plain 500 with no detail.</a:t>
            </a:r>
          </a:p>
          <a:p>
            <a:r>
              <a:t>The media type is application/problem+json, the status matches the category (409, a conflict the client can act on), and the body carries the stable code and the traceId for correlation. What is absent by design: stack traces, type names and SQL, which leak internals and widen the attack surface.</a:t>
            </a: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rich-error model in Go: status.New with a canonical code, then WithDetails attaches google.rpc details from the errdetails package. Unavailable tells the client and the mesh the failure is transient and retryable; ErrorInfo carries a machine reason and domain; RetryInfo tells the client how long to wait. st.Err() returns an error whose details travel in the trailers.</a:t>
            </a:r>
            <a:endParaRPr/>
          </a:p>
          <a:p>
            <a:pPr indent="0" lvl="0" marL="0" rtl="0" algn="l">
              <a:spcBef>
                <a:spcPts val="0"/>
              </a:spcBef>
              <a:spcAft>
                <a:spcPts val="0"/>
              </a:spcAft>
              <a:buNone/>
            </a:pPr>
            <a:r>
              <a:rPr lang="en-US"/>
              <a:t>The discipline: do not use Internal for everything. The code is how automated clients decide whether and when to retry, so choosing it well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Bounded in-place retries, then a delayed-retry topic, then a dead-letter queue. The retries header counts the attempts and grows on each hop through orders.retry.30s; after maxRetries the record goes to orders.DLQ with its payload, an error header and a traceId header for investigation.</a:t>
            </a:r>
            <a:endParaRPr/>
          </a:p>
          <a:p>
            <a:pPr indent="0" lvl="0" marL="0" rtl="0" algn="l">
              <a:spcBef>
                <a:spcPts val="0"/>
              </a:spcBef>
              <a:spcAft>
                <a:spcPts val="0"/>
              </a:spcAft>
              <a:buNone/>
            </a:pPr>
            <a:r>
              <a:rPr lang="en-US"/>
              <a:t>The caller commits the offset in every case, success, retry or DLQ, so one poison record cannot stall the partition. This is the manual version of what frameworks provide declaratively. Make handle idempotent, because with at-least-once delivery a retried record may already have been partly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Returning an error from a single field's resolver is the right move: gqlgen sets that field to null and appends an entry to errors[] with the message, the path and your extensions, while every other field in the query resolves normally. The extensions object carries the shared error contract in GraphQL: code, retryable, traceId.</a:t>
            </a:r>
          </a:p>
          <a:p>
            <a:r>
              <a:t>Do not let a failure escape to the operation level and fail the whole response; that is the blanket-failure anti-pattern. The client sees the order and its total, sees stock is null, reads extensions.code, and decides whether to retry only stock.</a:t>
            </a: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Walk the two blocks. Ports: the domain declares small Go interfaces for what it needs, a repository and an event publisher, and depends on nothing else. The application service PlaceOrder is pure: it enforces the invariant, creates the order, saves it through the repository port and publishes OrderPlaced through the publisher port. It never imports net/http, pgx or Kafka.</a:t>
            </a:r>
          </a:p>
          <a:p>
            <a:r>
              <a:t>The adapters live outside the domain: a Postgres repository and a publisher on the outbound side; an HTTP handler and a CLI on the driving side, each turning its input into a PlaceOrderCmd and calling Execute. The example runs the same use case from both the HTTP server and the CLI. Dependency inversion serves the boundary: protocols are replaceable, the domain is stable.</a:t>
            </a: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Four steps, all started by one SIGTERM, the only signal Kubernetes sends before SIGKILL. (1) signal.NotifyContext turns SIGTERM into a cancelled context; main calls stop() so that a later signal terminates at once, and flips the atomic.Bool behind /readyz, so readiness answers 503 and the Service stops sending new traffic. (2) The service keeps serving for DRAIN_DELAY_SECONDS (5 s in Example 21; it plays the part of a preStop sleep) while the endpoint removal propagates.</a:t>
            </a:r>
          </a:p>
          <a:p>
            <a:r>
              <a:t>(3) http.Server.Shutdown stops accepting connections and waits for in-flight requests, bounded by a 20-second context so a stuck request cannot hang the rollout; delay plus drain stays inside the 30-second grace period. (4) The deferred pool.Close() runs and the process exits 0; a service with a franz-go client closes it here, which commits offsets and leaves the consumer group. Pair it with the preStop hook and the grace period on the Kubernetes side.</a:t>
            </a: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net/http + gopher-lua, then circle back to east/west, where most routing decisions happen.</a:t>
            </a: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(net/http + gopher-lua + franz-go). Each layer is the right place for a different type of decision; every topic in this appendix maps to one of them.</a:t>
            </a: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in-app routing pattern in Go, composed from small pieces. Requests arrive over REST (or WebSocket, or Kafka) at a net/http handler, which gathers any extra context in an enrich step, asks the Lua ruleset for destinations through gopher-lua, and dispatches the result with a franz-go producer or an HTTP client.</a:t>
            </a:r>
          </a:p>
          <a:p>
            <a:r>
              <a:t>gopher-lua is a Lua virtual machine written in Go; the ruleset is a Lua script that domain experts edit. It is the same ruleset the C++ deck loads with sol2. The routing logic lives in the script, separate from the dispatcher, and changes without redeploying the service.</a:t>
            </a: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Read the rules as when-then statements. route receives the order and the enriched context and returns a list of destinations: high-value VIP orders go to the priority topic and a VIP notification, EU orders also go to the EU topic, and anything else goes to the default topic.</a:t>
            </a:r>
          </a:p>
          <a:p>
            <a:r>
              <a:t>The syntax is not the point. The point is ownership: domain experts, the people who define what VIP or high-value means, own this file and can change it without a developer touching the dispatcher. For larger decision tables, Open Policy Agent (Rego) is the alternative; the shape stays the same.</a:t>
            </a: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dispatcher stays small. enrich gathers any extra context the rules need, such as a database lookup or a call to a customer service. evaluate runs route() from the Lua ruleset in a pooled gopher-lua state, because a state is not safe for concurrent use; the sandbox opens only the base, table, string and math libraries, and a 100-millisecond context bound stops a runaway script.</a:t>
            </a:r>
          </a:p>
          <a:p>
            <a:r>
              <a:t>Each destination carries a protocol prefix, kafka: or http:, so one ruleset drives several transports. For event-shaped flows, put the same evaluate call in a franz-go consumer loop instead of the HTTP handler; the ruleset and the dispatch stay the same.</a:t>
            </a: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gopher-lua project on PyPI, Open Policy Agent (OPA) docs for declarative policy, and the net/http and net/http middleware guides.</a:t>
            </a: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net/http + net/http, but the patterns are language-neutral.</a:t>
            </a: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Go modules, each with its own go.mod.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middleware shape. Reading the body costs CPU on every routed request, and once it is consumed you must hand the bytes through to the upstream, which is what forward does. The decision is by payload content: tenant, region, feature flag, user segment, not the URL, which stays the same.</a:t>
            </a:r>
          </a:p>
          <a:p>
            <a:r>
              <a:t>That is what makes the pattern stronger than path-based proxying: move one tenant at a time to the new service, watch it under live traffic, then widen. The http.Client is created once and reused, so the connection pool stays warm. Behind Envoy or Istio you would express the same logic as a Lua or Wasm filter; the middleware shows the shape. The body parse is the cost: negligible for a migration of days, worth measuring for one of months.</a:t>
            </a: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A common Go implementation: a net/http service that proxies to a SOAP or legacy REST service while emitting Kafka events and caching responses.</a:t>
            </a: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Tight, complete. The decorator is a real net/http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minimal cache-aside implementation. Three things to point out. First, the connection pool: a go-redis client is a pool, created once and shared by every request; never create a client per request. Second, the key shape: product:{pid} is a namespace convention; entity:type:id lets you SCAN and delete by pattern for a mass invalidation.</a:t>
            </a:r>
          </a:p>
          <a:p>
            <a:r>
              <a:t>Third, invalidate on write: without the delete in the PUT handler, the cache serves stale data for the full TTL. The choice is invalidate (this code) or set the new value (write-through). Treat a Redis error on Get as a miss, so a Redis outage degrades to the database instead of failing reads, and log it. For high-cardinality keys, set a maxmemory policy (allkeys-lru is typical) so the cache cannot grow without bound.</a:t>
            </a: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Go with Redis specifically, go-redis gives you no loader out of the box — you wrap it. With generics a small ReadThrough[T] wrapper is usually the cleanest option; eko/gocache and jellydator/ttlcache offer higher-level abstractions if you prefer a dependency. Use this pattern when read paths are repetitive across the codebase and you want to eliminate the if/else from every caller.</a:t>
            </a: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wrapper is small but the discipline is significant. Callers can't accidentally bypass the cache or forget to populate it — they call products.Get(ctx, pid) and get the right behaviour. Different entity types get different ReadThrough instances with different loaders and TTLs. For libraries that give you this out of the box: eko/gocache offers a chained-cache abstraction and jellydator/ttlcache gives generic in-memory TTL caches — but with generics the hand-rolled wrapper on this slide is often clearer than a dependency.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Write-back has more moving parts than the other patterns; the slide shows the shape of Example 25. (1) PUT /write-back/metrics/{id} stores the metric in Redis with no TTL, adds the key to a 'dirty set', which tells the flusher which keys still have to reach the database, and answers 202 Accepted: the value is queued, not yet durable. (2) The flusher runs as a background goroutine: it SPOPs up to flushBatch dirty keys and upserts each one (ON CONFLICT (id) DO UPDATE), so a key flushed twice stays one row. SPOP is atomic, so two flusher instances each get a distinct subset of keys and the flusher scales out. (3) A key whose upsert fails is re-queued: HIncrBy counts its attempts in metric:attempts and it goes back on the dirty set, or, after five attempts, onto metric:failed with its value still in the cache and the failure in the log. The wait between cycles doubles after each failed one,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refreshBefore, the refresher re-reads the DB and re-populates the cache before the user-facing path would see a miss. Keys not accessed in the last 5 minutes are removed from the hot set (so we don't refresh products no one is asking for). Two tuning knobs: refreshBefore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Two things: the client is constructed with an explicit timeout (net/http defaults to no timeout, which is a classic foot-gun), and the handler honours an inbound deadline, refusing to start work it cannot finish and propagating the remaining budget downstream in a header. A context.WithTimeout on the handler is the total-time bound. gRPC propagates the deadline by default as the call deadline; for HTTP you carry it in a header convention like X-Deadline-Ms and honour it at each hop.</a:t>
            </a: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cenkalti/backoff v7 is the Go retry library. The policy encodes the four properties that matter: retry only transient failures (return backoff.Permanent for a 4xx or a business error), exponential backoff with jitter, a hard cap on attempts (WithMaxTries), and the final error returned to the caller. Retry also stops when the context is cancelled.</a:t>
            </a:r>
          </a:p>
          <a:p>
            <a:r>
              <a:t>The two comments carry the discipline: retry only idempotent operations, a GET or a POST with an idempotency key, and pair the retry with a circuit breaker so a dependency that is clearly down stops being hammered.</a:t>
            </a: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sony/gobreaker v2 is a small, generic circuit-breaker library: NewCircuitBreaker[Receipt] makes Execute return a typed Receipt. The breaker is keyed per dependency, payment here, never one global breaker. It opens after five consecutive failures and stays open for 30 seconds before letting a trial request through.</a:t>
            </a:r>
          </a:p>
          <a:p>
            <a:r>
              <a:t>While it is open, Execute returns ErrOpenState at once without making the call, which is the fail-fast behaviour that stops a cascade; in the half-open state, extra calls get ErrTooManyRequests. Those two errors take the fallback: enqueue the order in the outbox and return a pending status instead of an error, which is graceful degradation.</a:t>
            </a: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The shutdown sequence that prevents dropped requests during a rolling deploy, from Example 21. One SIGTERM cancels the signal context: (1) the shuttingDown flag flips so /readyz returns 503 and Kubernetes stops sending new traffic, while /healthz stays 200; (2) the service keeps serving for DRAIN_DELAY_SECONDS so the load balancer's removal propagates; (3) Server.Shutdown stops accepting and finishes in-flight requests within a 20-second budget; (4) the deferred pool close runs and the process exits 0. The ordering matters: stop taking new work before draining existing work, and close pools last. This is the application half; Appendix H covers the Kubernetes half (preStop hook, terminationGracePeriodSeconds). Together they give zero-downtime rollouts.</a:t>
            </a: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Go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4" Type="http://schemas.openxmlformats.org/officeDocument/2006/relationships/image" Target="../media/image11.png"/><Relationship Id="rId5"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4" Type="http://schemas.openxmlformats.org/officeDocument/2006/relationships/image" Target="../media/image11.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4" Type="http://schemas.openxmlformats.org/officeDocument/2006/relationships/image" Target="../media/image11.png"/><Relationship Id="rId5"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4" Type="http://schemas.openxmlformats.org/officeDocument/2006/relationships/image" Target="../media/image11.png"/><Relationship Id="rId5"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2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2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1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4" Type="http://schemas.openxmlformats.org/officeDocument/2006/relationships/image" Target="../media/image11.png"/><Relationship Id="rId5" Type="http://schemas.openxmlformats.org/officeDocument/2006/relationships/image" Target="../media/image1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3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18.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11.png"/><Relationship Id="rId5" Type="http://schemas.openxmlformats.org/officeDocument/2006/relationships/image" Target="../media/image2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22.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23.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2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30.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4" Type="http://schemas.openxmlformats.org/officeDocument/2006/relationships/image" Target="../media/image11.png"/><Relationship Id="rId5" Type="http://schemas.openxmlformats.org/officeDocument/2006/relationships/image" Target="../media/image25.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8.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9.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Go modules for reproducible builds; net/http with a codegen step emits OpenAPI; buf / protoc for gRPC; gqlgen generates Go resolvers from the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net/http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main.go (excerpt), examples/01-cloud-native-principles/go: config from env, two probes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handleHealthz(w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json.NewEncoder(w).Encode(HealthResponse{Status: "ok"}) // liveness: the process is up</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func (s *Server) handleReadyz(w http.ResponseWriter, r *http.Request)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ctx, cancel := context.WithTimeout(r.Context(), 2*time.Second)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w.Header().Set("Content-Type", "application/json")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if err := s.pool.Ping(ctx); err != nil { // readiness: the database answers</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w.WriteHeader(http.StatusServiceUnavailable) // 503: out of rotation, not restarted</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"down",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"unreachable"}})</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json.NewEncoder(w).Encode(ReadinessResponse{Status: "ready",</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      Checks: map[string]string{"database": "ok"}})</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main(): SERVICE_VERSION and DATABASE_URL come from the environment (factor III); the mux</a:t>
            </a:r>
          </a:p>
          <a:p>
            <a:pPr indent="0" lvl="0" marL="0" marR="0" rtl="0" algn="l">
              <a:lnSpc>
                <a:spcPct val="104000"/>
              </a:lnSpc>
              <a:spcBef>
                <a:spcPts val="0"/>
              </a:spcBef>
              <a:spcAft>
                <a:spcPts val="0"/>
              </a:spcAft>
              <a:buClr>
                <a:srgbClr val="8FB98F"/>
              </a:buClr>
              <a:buSzPts val="1300"/>
              <a:buFont typeface="Red Hat Mono"/>
              <a:buNone/>
            </a:pPr>
            <a:r>
              <a:rPr lang="en-US" sz="1050" dirty="0">
                <a:solidFill>
                  <a:srgbClr val="8FB98F"/>
                </a:solidFill>
                <a:latin typeface="Red Hat Mono"/>
                <a:cs typeface="Red Hat Mono"/>
              </a:rPr>
              <a:t>// serves /, /healthz, /readyz and /orders on :8080 (factor VII, port binding)</a:t>
            </a: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5">
            <a:alphaModFix/>
          </a:blip>
          <a:stretch/>
        </p:blipFill>
        <p:spPr>
          <a:xfrm>
            <a:off x="1327421" y="2112646"/>
            <a:ext cx="9536855" cy="3501388"/>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net/http</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orders.go — net/http (Go 1.22+ ServeMux); validated input, 201 on create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(s *Server) place(w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in OrderIn // request contract, validated before logic</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json.NewDecoder(r.Body).Decode(&amp;in);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in.SKU == "" || in.Quantity &lt; 1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"invalid order", http.StatusBadRequest)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 err := s.orders.Create(r.Context(), in)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http.Error(w, err.Error(), http.StatusInternalServerError)</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s.events.Publish(r.Context(), "order.placed", o) // made safe by the outbox</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w.Header().Set("Location", "/orders/"+o.ID)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writeJSON(w, http.StatusCreated, o) // 201, not 200</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routes: s.mux.HandleFunc("POST /orders", s.place); "GET /orders" pages by cursor</a:t>
            </a: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Typed request contract, validation before logic, 201 with a Location header: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inventory.proto — the contract, registered in Apicurio</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syntax = "proto3";</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service Inventory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rpc ReserveStock (ReserveRequest) returns (ReserveReply);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ReserveRequest { string sku = 1; int32 quantity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message ReserveReply   { bool reserved = 1; int32 remaining = 2;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inventory_server.go — embed the generated UnimplementedInventoryServer base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inventoryServer struct { pb.UnimplementedInventoryServer; stock *Stock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*inventoryServer) ReserveStock(</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context.Context, req *pb.ReserveRequest) (*pb.ReserveReply,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remaining := s.stock.Reserve(req.GetSku(), req.GetQuantity()) // generated getters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&amp;pb.ReserveReply{Reserved: remaining &gt;= 0, Remaining: max(remaining, 0)},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5">
            <a:alphaModFix/>
          </a:blip>
          <a:stretch/>
        </p:blipFill>
        <p:spPr>
          <a:xfrm>
            <a:off x="1327421" y="2245481"/>
            <a:ext cx="9536855" cy="3235718"/>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5">
            <a:alphaModFix/>
          </a:blip>
          <a:stretch/>
        </p:blipFill>
        <p:spPr>
          <a:xfrm>
            <a:off x="1322510" y="2029015"/>
            <a:ext cx="9546675" cy="366865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gqlgen</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*queryResolver) Orders(ctx context.Context, limit *int) ([]*model.Order,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var orders []*model.Order // REST call to order-api</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r.getJSON(ctx, r.OrderAPIURL+"/orders", &amp;orders); err != nil { return nil,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r.attachStock(ctx, orders) // stock only when the query selects it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orders, nil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(r *Resolver) attachStock(ctx context.Context, orders []*model.Order)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!slices.Contains(graphql.CollectAllFields(ctx), "stock") { return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stock, _ := r.stockFor(ctx, skusOf(orders)) // one batched gRPC call, no N+1</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for _, o := range orders { s := int(stock[o.Sku]); o.Stock = &amp;s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orders come from order-api over REST; stock is fetched only when selected, in one batched gRPC call.</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pgx + franz-go</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Write side — one transaction, an outbox row, no broker call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createOrder(ctx context.Context, in OrderIn) (Order, error)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order Order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err := withTx(ctx, writeDB, func(tx pgx.Tx) (err error) {  </a:t>
            </a:r>
            <a:r>
              <a:rPr lang="en-US" sz="1150" dirty="0">
                <a:solidFill>
                  <a:srgbClr val="8FB98F"/>
                </a:solidFill>
                <a:latin typeface="Red Hat Mono"/>
                <a:cs typeface="Red Hat Mono"/>
              </a:rPr>
              <a:t>// begin/commit/rollback</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order, err = insertOrder(ctx, tx, in); err != nil { return err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insertOutbox(ctx, tx, "order.placed", order)   </a:t>
            </a:r>
            <a:r>
              <a:rPr lang="en-US" sz="1150" dirty="0">
                <a:solidFill>
                  <a:srgbClr val="8FB98F"/>
                </a:solidFill>
                <a:latin typeface="Red Hat Mono"/>
                <a:cs typeface="Red Hat Mono"/>
              </a:rPr>
              <a:t>// same txn — atomic</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order, err                                         </a:t>
            </a:r>
            <a:r>
              <a:rPr lang="en-US" sz="1150" dirty="0">
                <a:solidFill>
                  <a:srgbClr val="8FB98F"/>
                </a:solidFill>
                <a:latin typeface="Red Hat Mono"/>
                <a:cs typeface="Red Hat Mono"/>
              </a:rPr>
              <a:t>// commit → CDC publishes</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Read model is a separate denormalised store; a projection keeps it current: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Projection — consumes order events, upserts the read model (idempotent)</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for {                                                        </a:t>
            </a:r>
            <a:r>
              <a:rPr lang="en-US" sz="1150" dirty="0">
                <a:solidFill>
                  <a:srgbClr val="8FB98F"/>
                </a:solidFill>
                <a:latin typeface="Red Hat Mono"/>
                <a:cs typeface="Red Hat Mono"/>
              </a:rPr>
              <a:t>// subscribes: order.placed</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cl.PollFetches(ctx).EachRecord(func(rec *kgo.Record)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err := upsertSummary(ctx, readDB, deserialize(rec.Value)); err != nil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slog.Error("projection", "err", err)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cl.CommitUncommittedOffsets(ctx)                          </a:t>
            </a:r>
            <a:r>
              <a:rPr lang="en-US" sz="1150" dirty="0">
                <a:solidFill>
                  <a:srgbClr val="8FB98F"/>
                </a:solidFill>
                <a:latin typeface="Red Hat Mono"/>
                <a:cs typeface="Red Hat Mono"/>
              </a:rPr>
              <a:t>// at-least-once delivery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orders.go — pgx; the state change and the outbox row commit in one local txn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(s *Orders) Create(ctx context.Context, in OrderIn) (Order, error)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tx, err := s.pool.Begin(ctx)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fmt.Errorf("begin: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tx.Rollback(ctx) // no-op after Commit; rolls back on any early return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o, err := insertOrder(ctx, tx, in)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nil { return Order{},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insertOutbox(ctx, tx, "order.placed", o.ID, toJSON(o)); err != nil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Order{}, err // same txn: atomic with the state change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if err := tx.Commit(ctx); err != nil { return Order{}, fmt.Errorf("commit: %w", err)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return o, nil // Debezium tails the WAL and publishes; no broker on the request path</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franz-go</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producer — order-service: one client per service, keyed by order ID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publish(ctx context.Context, cl *kgo.Client, o Order) error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rec := &amp;kgo.Record{Topic: "order.placed", Key: []byte(o.ID), Value: serialize(o)}</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cl.ProduceSync(ctx, rec).FirstErr() // acks from all in-sync replicas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consumer — notification-consumer, Kafka-only by design</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cl, err := kgo.NewClient(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kgo.SeedBrokers(os.Getenv("KAFKA_BOOTSTRAP")),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kgo.ConsumerGroup("notification-group"), // offset tracked per group</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kgo.ConsumeTopics("order.placed"),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kgo.DisableAutoCommit(), // commit after the side effect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if err != nil { return err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 := cl.PollFetches(ctx)</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fs.EachRecord(func(r *kgo.Record) { notify(ctx, r) }) // idempotent insert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cl.CommitUncommittedOffsets(ctx); err != nil { // at-least-once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slog.Error("commit failed", "err", err)</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goka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goka</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graph := goka.DefineGroup("stream-processor",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goka.Input("order.placed", new(codec.Bytes), rekey),          // stage 1: re-key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goka.Output("stream-processor-by-merchant", rekeyedCodec{}),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goka.Input("stream-processor-by-merchant", rekeyedCodec{}, aggregate),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goka.Output("revenue.by-merchant", new(codec.Bytes)),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goka.Persist(stateCodec{}), // the group table, backed by a changelog topic</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aggregate(ctx goka.Context, msg any)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 := msg.(*rekeyed)                                    // {ts, total} for one 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state := loadState(ctx)                                 // this merchant's windows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start := (in.TS / 1000 / windowSeconds) * windowSeconds // tumbling-window floor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cur := state.add(start, in.Total)                       // count + running total</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ctx.SetValue(state)                                     // goka writes the changelog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ctx.Emit(revenue, ctx.Key(), revenueJSON(ctx.Key(), start, cur)) // revenue.by-merchant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Window state lives in a changelog-backed group table, so a restart replays the changelog. The output is itself a stream.</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5">
            <a:alphaModFix/>
          </a:blip>
          <a:stretch/>
        </p:blipFill>
        <p:spPr>
          <a:xfrm>
            <a:off x="1493156" y="2311575"/>
            <a:ext cx="9205386" cy="3103530"/>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Go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registry_client.go — register a new version; the registry enforces the rule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const registry = "http://apicurio.registry.svc/apis/registry/v3"</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func publish(group, artifactID, schema string) error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body, _ := json.Marshal(map[string]any{"content": map[string]string{ // v3 CreateVersion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"content": schema, "contentType": "application/json"}})</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url := fmt.Sprintf("%s/groups/%s/artifacts/%s/versions", registry, group, artifactID)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resp, err := http.Post(url, "application/json", bytes.NewReader(body))</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defer resp.Body.Close()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 http.StatusBadRequest { // 400 = compatibility rule violated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errors.New("incompatible schema change: blocking the merge")</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if resp.StatusCode &gt;= 300 { return fmt.Errorf("registry: %s", resp.Status) }</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   return nil // 200 = compatible, new version created</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200"/>
              <a:buFont typeface="Red Hat Mono"/>
              <a:buNone/>
            </a:pPr>
            <a:r>
              <a:rPr lang="en-US" sz="1200" dirty="0">
                <a:solidFill>
                  <a:srgbClr val="8FB98F"/>
                </a:solidFill>
                <a:latin typeface="Red Hat Mono"/>
                <a:cs typeface="Red Hat Mono"/>
              </a:rPr>
              <a:t>// rule set once per artifact, e.g. BACKWARD: new consumers can read old data</a:t>
            </a: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 span.SetAttributes(...),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Instrument net/http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otel.go — init once in main(); otelhttp wraps the mux, add custom spans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shutdown := initTracer(context.Background()) // OTLP exporter + batch processor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shutdown()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 := http.NewServeMux()</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mux.HandleFunc("POST /orders", placeOrder)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_ = http.ListenAndServe(":8080", otelhttp.NewHandler(mux, "order-service")) // span/request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var tracer = otel.Tracer("order-service")</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func placeOrder(w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ctx, span := tracer.Start(r.Context(), "reserve-stock") // custom span</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defer span.End()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inventory.ReserveStock(ctx, body.SKU, body.Quantity)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 trace_id flows: REST -&gt; gRPC -&gt; Kafka -&gt; consumer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OpenTelemetry baggage</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set baggage once at the edge; it rides every downstream hop on the 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withTenant(next http.Handler) http.Handler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 _ := baggage.NewMember("tenant.id", r.Header.Get("X-Tenant"))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baggage.New(m)</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next.ServeHTTP(w, r.WithContext(baggage.ContextWithBaggage(r.Context(),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read it anywhere downstream, even in a Kafka consumer three hops away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handleEvent(ctx context.Context, rec *kgo.Record)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tenant := baggage.FromContext(ctx).Member("tenant.id").Value()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trace.SpanFromContext(ctx).SetAttributes(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attribute.String("tenant.id", tenant)) // pin to the span: filter traces by tenant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it to the span to filter traces by tenant.id.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golang-jwt v5</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main.go (excerpt), examples/12-security/go: the valet key is an HS256 JWT (golang-jwt v5)</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type valetClaims struct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string `json:"res"`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Operation string `json:"op"`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jwt.RegisteredClaims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mintValet(resource, operation string) map[string]any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 time.Now().Add(5 * time.Minute)                    // time-bound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token, err := jwt.NewWithClaims(jwt.SigningMethodHS256, valetClaims{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Resource: resource, Operation: operation,                  // one object, one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RegisteredClaims: jwt.RegisteredClaims{Issuer: "order-service",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ExpiresAt: jwt.NewNumericDate(expires), IssuedAt: jwt.NewNumericDate(time.Now())},</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}).SignedString([]byte(valetSecret))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nil { slog.Error("sign valet key", "err", err)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map[string]any{"resource": resource, "operation": operation,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"expires": expires.Unix(), "token": token}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verifyValet: HS256 only, exp required, issuer checked; then res, op and exp must match</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parsed, err := jwt.ParseWithClaims(token, &amp;claims,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func(*jwt.Token) (any, error) { return []byte(valetSecret), nil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jwt.WithValidMethods([]string{jwt.SigningMethodHS256.Alg()}),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jwt.WithExpirationRequired(), jwt.WithIssuer("order-service"))</a:t>
            </a: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semaphores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buffered channel</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per-tenant bulkhead: a buffered channel per tenant; A's storm can't drain B's capacity</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var bulkheads sync.Map // tenant -&gt; chan struct{}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tenantSem(tenant string) chan struct{}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v, _ := bulkheads.LoadOrStore(tenant, make(chan struct{}, 5))  // 5 per 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v.(chan struct{})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func handle[T any](tenant string, work func() (T, error)) (T, error)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 tenantSem(tenant)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sem &lt;- struct{}{} // blocks only this tenant when full</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defer func() { &lt;-sem }()</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   return work()</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00"/>
              <a:buFont typeface="Red Hat Mono"/>
              <a:buNone/>
            </a:pPr>
            <a:r>
              <a:rPr lang="en-US" sz="1050" dirty="0">
                <a:solidFill>
                  <a:srgbClr val="8FB98F"/>
                </a:solidFill>
                <a:latin typeface="Red Hat Mono"/>
                <a:cs typeface="Red Hat Mono"/>
              </a:rPr>
              <a:t>// fail fast instead of queueing: select on sem &lt;- struct{}{} and a timer, answer 503</a:t>
            </a: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 + golang-jwt v5</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8FB98F"/>
                </a:solidFill>
                <a:latin typeface="Red Hat Mono"/>
                <a:cs typeface="Red Hat Mono"/>
              </a:rPr>
              <a:t>// claim-check sketch: store is any encrypted object store; the token is the valet-key JWT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publishWithClaim(ctx context.Context, cl *kgo.Client, orderID string, body []byte)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key := "payloads/" +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store.Put(ctx, key, body, true); err != nil { return err } // encrypted, ACL'd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claim, _ := json.Marshal(map[string]any{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"order_id": orderID,</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"uri":      "https://objects.internal/" + key,</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"token":    mintValet(key, "GET")["token"],          // GET only, five minutes</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cl.ProduceSync(ctx,                               // only the claim goes on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&amp;kgo.Record{Topic: "order.documents", Key: []byte(orderID), Value: claim}).FirstErr()</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func onClaim(ctx context.Context, r *kgo.Record) error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var c Claim</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json.Unmarshal(r.Value, &amp;c);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body, err := store.Get(ctx, c.URI, c.Token)              // the store verifies the ticket</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   return handle(ctx, body)                                 // PII never touched the topic</a:t>
            </a:r>
          </a:p>
          <a:p>
            <a:pPr indent="0" lvl="0" marL="0" marR="0" rtl="0" algn="l">
              <a:lnSpc>
                <a:spcPct val="104000"/>
              </a:lnSpc>
              <a:spcBef>
                <a:spcPts val="0"/>
              </a:spcBef>
              <a:spcAft>
                <a:spcPts val="0"/>
              </a:spcAft>
              <a:buClr>
                <a:srgbClr val="8FB98F"/>
              </a:buClr>
              <a:buSzPts val="1100"/>
              <a:buFont typeface="Red Hat Mono"/>
              <a:buNone/>
            </a:pPr>
            <a:r>
              <a:rPr lang="en-US" sz="1150" dirty="0">
                <a:solidFill>
                  <a:srgbClr val="E6E6E6"/>
                </a:solidFill>
                <a:latin typeface="Red Hat Mono"/>
                <a:cs typeface="Red Hat Mono"/>
              </a:rPr>
              <a:t>}</a:t>
            </a: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pgx (Go's Postgres driver); struct tags (Go's JSON field mapping,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net/http (Go's standard-library HTTP server); goroutine (a lightweight thread scheduled by the Go runtime); go.mod (module &amp; dependency manifest);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net/http</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const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v1 = "application/vnd.acme.order+json"          </a:t>
            </a:r>
            <a:r>
              <a:rPr lang="en-US" sz="1150" dirty="0">
                <a:solidFill>
                  <a:srgbClr val="8FB98F"/>
                </a:solidFill>
                <a:latin typeface="Red Hat Mono"/>
                <a:cs typeface="Red Hat Mono"/>
              </a:rPr>
              <a:t>// default / legacy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v2 = "application/vnd.acme.order.v2+json"       </a:t>
            </a:r>
            <a:r>
              <a:rPr lang="en-US" sz="1150" dirty="0">
                <a:solidFill>
                  <a:srgbClr val="8FB98F"/>
                </a:solidFill>
                <a:latin typeface="Red Hat Mono"/>
                <a:cs typeface="Red Hat Mono"/>
              </a:rPr>
              <a:t>// adds "currency"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one stable URL — the resource; the representation is negotiated via Accept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order, err := orders.Get(r.Context(), r.PathValue("oid"))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switch r.Header.Get("Accept")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case v2:                                         </a:t>
            </a:r>
            <a:r>
              <a:rPr lang="en-US" sz="1150" dirty="0">
                <a:solidFill>
                  <a:srgbClr val="8FB98F"/>
                </a:solidFill>
                <a:latin typeface="Red Hat Mono"/>
                <a:cs typeface="Red Hat Mono"/>
              </a:rPr>
              <a:t>// negotiate the representation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v2)</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json.NewEncoder(w).Encode(order.withCurrency())</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default:                                         </a:t>
            </a:r>
            <a:r>
              <a:rPr lang="en-US" sz="1150" dirty="0">
                <a:solidFill>
                  <a:srgbClr val="8FB98F"/>
                </a:solidFill>
                <a:latin typeface="Red Hat Mono"/>
                <a:cs typeface="Red Hat Mono"/>
              </a:rPr>
              <a:t>// v1 shape, unchanged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w.Header().Set("Content-Type", 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json.NewEncoder(w).Encode(order.v1())</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the URL never changes; clients opt into a representation via Accept</a:t>
            </a: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gqlgen</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graphql · gqlgen</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schema.graphqls — additive change + @deprecated; no /v2 endpoint ever exists</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type Order {</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id: ID!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 Float @deprecated(reason: "Use totalMinor (integer cents) instead.")</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  totalMinor: Int!        # the replacement field, added additively</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gqlgen still generates and serves the deprecated field's resolver.</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Clients see @deprecated in introspection and tooling.</a:t>
            </a:r>
          </a:p>
          <a:p>
            <a:pPr indent="0" lvl="0" marL="0" marR="0" rtl="0" algn="l">
              <a:lnSpc>
                <a:spcPct val="104000"/>
              </a:lnSpc>
              <a:spcBef>
                <a:spcPts val="0"/>
              </a:spcBef>
              <a:spcAft>
                <a:spcPts val="0"/>
              </a:spcAft>
              <a:buClr>
                <a:srgbClr val="E6E6E6"/>
              </a:buClr>
              <a:buSzPts val="1250"/>
              <a:buFont typeface="Red Hat Mono"/>
              <a:buNone/>
            </a:pPr>
            <a:r>
              <a:rPr lang="en-US" sz="1250" dirty="0">
                <a:solidFill>
                  <a:srgbClr val="8FB98F"/>
                </a:solidFill>
                <a:latin typeface="Red Hat Mono"/>
                <a:cs typeface="Red Hat Mono"/>
              </a:rPr>
              <a:t># Field-usage metrics show when total has zero callers; only then remove it.</a:t>
            </a: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Go (coder/websocket),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Go (coder/websocket)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coder/websocket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8FB98F"/>
                </a:solidFill>
                <a:latin typeface="Red Hat Mono"/>
                <a:cs typeface="Red Hat Mono"/>
              </a:rPr>
              <a:t>// ws.go — coder/websocket; per-pod state, the scaling problem starts here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var clients sync.Map // user ID -&gt; *websocket.Conn: this pod's connections, not shared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func wsHandler(w http.ResponseWriter, r *http.Request)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userID := r.PathValue("user_id") // 1.22+ path wildcard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 err := websocket.Accept(w, r, nil)</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nil { return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c.CloseNow()</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clients.Store(userID, c) // this pod now owns this connection</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defer clients.Delete(userID)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for { // full-duplex, long-lived</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var msg Message</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if err := wsjson.Read(r.Context(), c, &amp;msg); err != nil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return // disconnect</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handle(r.Context(), userID, msg)</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250"/>
              <a:buFont typeface="Red Hat Mono"/>
              <a:buNone/>
            </a:pPr>
            <a:r>
              <a:rPr lang="en-US" sz="1150" dirty="0">
                <a:solidFill>
                  <a:srgbClr val="E6E6E6"/>
                </a:solidFill>
                <a:latin typeface="Red Hat Mono"/>
                <a:cs typeface="Red Hat Mono"/>
              </a:rPr>
              <a:t>}</a:t>
            </a: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clients is per-pod state: that one map is the whole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8937418" y="1700784"/>
            <a:ext cx="2595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coder/websocket</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version the message, not the URL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incompatible payload changes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2;  // "OrderPlaced", "OrderCancelled",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3;  // the protobuf-encoded body for 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4;  // monotonic per connection: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func push(ctx context.Context, c *websocket.Conn, seq uint64, ev *pb.OrderPlaced) error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 _ := proto.Marshal(ev)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out, _ := proto.Marshal(&amp;pb.Envelope{Version: 2, Seq: seq, Type: "OrderPlaced", Payload: 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c.Write(ctx, websocket.MessageBinary, out)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Go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5">
            <a:alphaModFix/>
          </a:blip>
          <a:stretch/>
        </p:blipFill>
        <p:spPr>
          <a:xfrm>
            <a:off x="1327421" y="2609925"/>
            <a:ext cx="9536855" cy="2506830"/>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saga_orchestrator.go — DB-backed state machine; advance one step per call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var steps = []string{"charge_payment", "reserve_stock", "book_shipping"}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advance(ctx context.Context, pool *pgxpool.Pool, sagaID string)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tx, err := pool.Begin(ctx) // state + command commit together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defer tx.Rollback(ctx)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 err := getSagaForUpdate(ctx, tx, sagaID) // SELECT ... FOR UPDATE (row lock)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s.Status != "RUNNING" { return err } // idempotent: already done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step := steps[s.StepIndex]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result, err := invoke(ctx, step, s.Context) // call the owning service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nil { return markCompensating(ctx, tx, s) } // the unwinder takes over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s.Context[step] = result // accumulate output into the context</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s.StepIndex++</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s.StepIndex == len(steps) { s.Status = "COMPLETED"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 := updateSaga(ctx, tx, s); err != nil { return err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 tx.Commit(ctx) // durable after every step</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var compensations = map[string]string{          </a:t>
            </a:r>
            <a:r>
              <a:rPr lang="en-US" sz="1050" dirty="0">
                <a:solidFill>
                  <a:srgbClr val="8FB98F"/>
                </a:solidFill>
                <a:latin typeface="Red Hat Mono"/>
                <a:cs typeface="Red Hat Mono"/>
              </a:rPr>
              <a:t>// inverse for each forward step</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"charge_payment": "refund_payment",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"reserve_stock":  "release_stock",</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"book_shipping":  "cancel_shipping",</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E6E6E6"/>
              </a:buClr>
              <a:buSzPts val="1050"/>
              <a:buFont typeface="Red Hat Mono"/>
              <a:buNone/>
            </a:pP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compensate(ctx context.Context, sagaID string)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withTx(ctx, db, func(tx pgx.Tx) error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 err := getSagaForUpdate(ctx, tx, sagaID)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nil { return err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for i := s.StepIndex - 1; i &gt;= 0; i</a:t>
            </a:r>
            <a:r>
              <a:rPr lang="en-US" sz="1050" dirty="0">
                <a:solidFill>
                  <a:srgbClr val="8FB98F"/>
                </a:solidFill>
                <a:latin typeface="Red Hat Mono"/>
                <a:cs typeface="Red Hat Mono"/>
              </a:rPr>
              <a:t>-- {      // undo completed steps, newest first</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step := steps[i]</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key := fmt.Sprintf("%s:%s", sagaID, step)         </a:t>
            </a:r>
            <a:r>
              <a:rPr lang="en-US" sz="1050" dirty="0">
                <a:solidFill>
                  <a:srgbClr val="8FB98F"/>
                </a:solidFill>
                <a:latin typeface="Red Hat Mono"/>
                <a:cs typeface="Red Hat Mono"/>
              </a:rPr>
              <a:t>// idempotency key — safe retry</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invokeC(ctx, compensations[step], s.Context, key); err != nil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s.Status = "COMPENSATED"</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saveSaga(ctx, tx, s)</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endParaRPr lang="en-US" sz="1050"/>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pgx</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After A runs, its output is in s.Context["reserve_stock"], e.g.: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{"reservation_id": "r-77", "region": "eu-1"}</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func invoke(ctx context.Context, step string, sctx Context) (any, error)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switch step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case "book_shipping":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 := sctx["reserve_stock"].(map[string]any)   </a:t>
            </a:r>
            <a:r>
              <a:rPr lang="en-US" sz="1150" dirty="0">
                <a:solidFill>
                  <a:srgbClr val="8FB98F"/>
                </a:solidFill>
                <a:latin typeface="Red Hat Mono"/>
                <a:cs typeface="Red Hat Mono"/>
              </a:rPr>
              <a:t>// B reads A's output from context</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shipping.Book(ctx, BookReq{</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ReservationID: res["reservation_id"].(string),  </a:t>
            </a:r>
            <a:r>
              <a:rPr lang="en-US" sz="1150" dirty="0">
                <a:solidFill>
                  <a:srgbClr val="8FB98F"/>
                </a:solidFill>
                <a:latin typeface="Red Hat Mono"/>
                <a:cs typeface="Red Hat Mono"/>
              </a:rPr>
              <a:t>// data only A produced</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Region:        res["region"].(string),</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   return nil, nil</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150"/>
              <a:buFont typeface="Red Hat Mono"/>
              <a:buNone/>
            </a:pP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Crash between A and B? The sweeper reloads the saga row, sees StepIndex points</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at book_shipping with A's result already in Context, and calls advance() — B</a:t>
            </a:r>
          </a:p>
          <a:p>
            <a:pPr indent="0" lvl="0" marL="0" marR="0" rtl="0" algn="l">
              <a:lnSpc>
                <a:spcPct val="104000"/>
              </a:lnSpc>
              <a:spcBef>
                <a:spcPts val="0"/>
              </a:spcBef>
              <a:spcAft>
                <a:spcPts val="0"/>
              </a:spcAft>
              <a:buClr>
                <a:srgbClr val="8FB98F"/>
              </a:buClr>
              <a:buSzPts val="1150"/>
              <a:buFont typeface="Red Hat Mono"/>
              <a:buNone/>
            </a:pPr>
            <a:r>
              <a:rPr lang="en-US" sz="1150" dirty="0">
                <a:solidFill>
                  <a:srgbClr val="8FB98F"/>
                </a:solidFill>
                <a:latin typeface="Red Hat Mono"/>
                <a:cs typeface="Red Hat Mono"/>
              </a:rPr>
              <a:t>// proceeds with A's data. A is never re-called; nothing is lost.</a:t>
            </a: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net/http</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8FB98F"/>
                </a:solidFill>
                <a:latin typeface="Red Hat Mono"/>
                <a:cs typeface="Red Hat Mono"/>
              </a:rPr>
              <a:t>// one central place: domain error → RFC 9457 problem+json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type StockError struct{ Detail string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(e StockError) Error() string { return e.Detail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func writeProblem(w http.ResponseWriter, r *http.Request, err error)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var se StockError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if !errors.As(err, &amp;se) { // domain → wire, one mapping</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http.Error(w, "internal", http.StatusInternalServerError)</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w.Header().Set("Content-Type", "application/problem+json") // RFC 9457</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w.WriteHeader(http.StatusConflict)                         // 409</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_ = json.NewEncoder(w).Encode(map[string]any{</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"type": "https://errors.acme.io/stock", "title": "Insufficient stock",</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"status": 409, "detail": se.Detail,</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"code": "STOCK_UNAVAILABLE", "traceId": traceID(r.Context()), // stable code, trace</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50"/>
              <a:buFont typeface="Red Hat Mono"/>
              <a:buNone/>
            </a:pPr>
            <a:r>
              <a:rPr lang="en-US" sz="1150" dirty="0">
                <a:solidFill>
                  <a:srgbClr val="E6E6E6"/>
                </a:solidFill>
                <a:latin typeface="Red Hat Mono"/>
                <a:cs typeface="Red Hat Mono"/>
              </a:rPr>
              <a:t>}</a:t>
            </a: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go ·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import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"google.golang.org/grpc/codes"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"google.golang.org/grpc/status"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epb "google.golang.org/genproto/googleapis/rpc/errdetails"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(s *server) ReserveStock(ctx context.Context,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 *pb.ReserveRequest) (*pb.ReserveReply,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inventoryDown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 status.New(codes.Unavailable, "inventory temporarily down")  </a:t>
            </a:r>
            <a:r>
              <a:rPr lang="en-US" sz="1100" dirty="0">
                <a:solidFill>
                  <a:srgbClr val="8FB98F"/>
                </a:solidFill>
                <a:latin typeface="Red Hat Mono"/>
                <a:cs typeface="Red Hat Mono"/>
              </a:rPr>
              <a:t>// canonical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st, _ = st.WithDetails(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&amp;epb.ErrorInfo{Reason: "STOCK_DOWN", Domain: "inventory"},       </a:t>
            </a:r>
            <a:r>
              <a:rPr lang="en-US" sz="1100" dirty="0">
                <a:solidFill>
                  <a:srgbClr val="8FB98F"/>
                </a:solidFill>
                <a:latin typeface="Red Hat Mono"/>
                <a:cs typeface="Red Hat Mono"/>
              </a:rPr>
              <a:t>// machine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&amp;epb.RetryInfo{RetryDelay: durationpb.New(2 * time.Second)},     </a:t>
            </a:r>
            <a:r>
              <a:rPr lang="en-US" sz="1100" dirty="0">
                <a:solidFill>
                  <a:srgbClr val="8FB98F"/>
                </a:solidFill>
                <a:latin typeface="Red Hat Mono"/>
                <a:cs typeface="Red Hat Mono"/>
              </a:rPr>
              <a:t>// back off 2s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st.Err()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reserve(ctx, req)</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franz-go</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franz-go</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process(ctx context.Context, cl *kgo.Client, r *kgo.Record) error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 := handle(r); err == nil { return nil } // success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attempts := headerInt(r, "retries")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 := &amp;kgo.Record{Value: r.Value}</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attempts &lt; maxRetries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"orders.retry.30s" // delayed retry</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"retries", Value: itob(attempts + 1)}}</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 else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out.Topic = "orders.DLQ" // give up → DLQ</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out.Headers = []kgo.RecordHeader{{Key: "error", Value: []byte("poison")},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"traceId", Value: []byte(traceID(ctx))}}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cl.ProduceSync(ctx, out).FirstErr() // then commit, so the partition keeps moving</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gqlgen</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gqlgen</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gqlgen: an error from one field's resolver nulls that field only; siblings resolve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(r *orderResolver) Stock(ctx context.Context, obj *Order) (*int,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 err := r.Inventory.Remaining(ctx, obj.Sku)</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nil, &amp;gqlerror.Error{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Message: "inventory unavailable", // safe message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Path:    graphql.GetPath(ctx),    // the field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Extensions: map[string]any{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"code":      "UNAVAILABLE", // machine code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"retryable": true,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"traceId":   traceID(ctx),</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&amp;n,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Return a gqlerror from the field resolver: gqlgen nulls that field and adds an errors[] entry with your extensions; the rest of data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699417" y="1700784"/>
            <a:ext cx="1833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domain/ports.go — the domain declares the small interfaces it needs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OrderRepository interface{ Save(ctx context.Context, order *Order) error } // + finders</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EventPublisher interface{ Publish(event OrderPlaced)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domain/service.go — pure application logic: no framework, no I/O</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type PlaceOrder struct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repo OrderRepository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pub  EventPublisher</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(s *PlaceOrder) Execute(ctx context.Context, cmd PlaceOrderCmd) (*Order,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cmd.SKU == "" || cmd.Quantity &lt;= 0 { return nil, fmt.Errorf("invalid order")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order := &amp;Order{ID: newUUID(), SKU: cmd.SKU, Quantity: cmd.Quantity, Status: "placed"}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s.repo.Save(ctx, order); err != nil { return nil,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s.pub.Publish(OrderPlaced{OrderID: order.ID, SKU: order.SKU, Quantity: order.Quantity})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order, nil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Go (net/http)</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main.go (excerpt), examples/21-graceful-shutdown/go: one SIGTERM drives the drain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const shutdownTimeout = 20 * time.Second // drain delay + this stays under the 30s grace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8FB98F"/>
                </a:solidFill>
                <a:latin typeface="Red Hat Mono"/>
                <a:cs typeface="Red Hat Mono"/>
              </a:rPr>
              <a:t>   // ... pgx pool, s := &amp;server{pool: pool}; GET /readyz answers 503 once s.shuttingDown</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httpServer := &amp;http.Server{Addr: ":8080", Handler: mux}</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ctx, stop := signal.NotifyContext(context.Background(), syscall.SIGTERM, syscall.SIGINT)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stop()</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go httpServer.ListenAndServe()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&lt;-ctx.Done()               // 1. the single SIGTERM</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stop()                     //    a later signal terminates at once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s.shuttingDown.Store(true) //    readiness fails first, the server keeps serving</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time.Sleep(drainDelay())   // 2. DRAIN_DELAY_SECONDS (5s): endpoints update</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defer cancel()             // 3. stop accepting, finish in-flight requests</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if err := httpServer.Shutdown(shutdownCtx); err != nil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slog.Error("shutdown incomplete", "err", err, "in_flight", s.inFlight.Load())</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150" dirty="0">
                <a:solidFill>
                  <a:srgbClr val="E6E6E6"/>
                </a:solidFill>
                <a:latin typeface="Red Hat Mono"/>
                <a:cs typeface="Red Hat Mono"/>
              </a:rPr>
              <a:t>}                             // 4. deferred pool.Close(), exit 0</a:t>
            </a:r>
          </a:p>
        </p:txBody>
      </p:sp>
      <p:sp>
        <p:nvSpPr>
          <p:cNvPr id="1807" name="Google Shape;1807;p1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readiness fails first, the service keeps serving for DRAIN_DELAY_SECONDS, then Server.Shutdown drains within 20 seconds.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Go net/http — Server.Shutdown(ctx).</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Go (net/http), gopher-lua,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Go (net/http) + gopher-lua: when the routing logic is a business rule, push it into the app — embed a Lua ruleset in the service.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 net/http middleware, a custom dispatcher, or a goka processor for streams) calls a rule engine (gopher-lua,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Go + gopher-lua: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5">
            <a:alphaModFix/>
          </a:blip>
          <a:stretch/>
        </p:blipFill>
        <p:spPr>
          <a:xfrm>
            <a:off x="1643484" y="1901120"/>
            <a:ext cx="8904730" cy="392444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net/http is the HTTP front; gopher-lua (Lua) is the engine; franz-go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gopher-lua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lua · gopher-lua</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orders_rules.lua — the externalised ruleset; Go loads it with gopher-lua</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function route(order, ctx)</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local dests = {}</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order.amount_cents &gt; 50000 and ctx.tier == "VIP" then</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table.insert(dests, "kafka:orders.priority"); table.insert(dests, "http:notify-vip")</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order.region == "EU" then table.insert(dests, "kafka:orders.eu")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#dests == 0 then table.insert(dests, "kafka:orders.default") end</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dests</a:t>
            </a:r>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end</a:t>
            </a: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route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Go</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gopher-lua + franz-go</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dispatcher.go — net/http + franz-go + gopher-lua (loads the same rules.lua)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route(w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order := parse(r)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rc := enrich(r.Context(), order) // gather context (DB /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for _, dest := range s.router.evaluate(r.Context(), order, rc) { // Lua route()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proto, target, _ := strings.Cut(dest,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switch proto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"kafka":</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s.kafka.Produce(r.Context(), record(target, order), nil)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case "http":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s.http.Post(r.Context(), target, order)</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writeJSON(w, http.StatusOK, map[string]any{"routed_to": "ok"})</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evaluate: a pooled *lua.LState per call (a state is not goroutine-safe), unsafe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libraries removed, a 100 ms context bound, the default topic on any error</a:t>
            </a: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Go.</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(Go + gopher-lua):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gopher-lua; Open Policy Agent (OPA) and Rego docs; Go net/http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8FB98F"/>
                </a:solidFill>
                <a:latin typeface="Red Hat Mono"/>
                <a:cs typeface="Red Hat Mono"/>
              </a:rPr>
              <a:t>// content_router — route by request content during cutover (net/http middleware)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func contentRouter(next http.Handler) http.Handler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client := &amp;http.Client{Timeout: 5 * time.Second} // reused: warm connection pool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return http.HandlerFunc(func(w http.ResponseWriter, r *http.Request)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if !strings.HasPrefix(r.URL.Path, "/orders") { next.ServeHTTP(w, r); return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body, _ := io.ReadAll(r.Body)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var p struct{ Tenant, Region string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_ = json.Unmarshal(body, &amp;p) // decide by content, not URL</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monolith         // default: legacy</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switch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p.Tenant == "acme":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newSvc // cut Acme over</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case p.Region == "EU":</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upstream = euSvc // regional service</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forward(w, r, client, upstream, body) // hand the consumed bytes through</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00"/>
              <a:buFont typeface="Red Hat Mono"/>
              <a:buNone/>
            </a:pPr>
            <a:r>
              <a:rPr lang="en-US" sz="1150" dirty="0">
                <a:solidFill>
                  <a:srgbClr val="E6E6E6"/>
                </a:solidFill>
                <a:latin typeface="Red Hat Mono"/>
                <a:cs typeface="Red Hat Mono"/>
              </a:rPr>
              <a:t>}</a:t>
            </a: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Go</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go-redis + franz-go</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8FB98F"/>
                </a:solidFill>
                <a:latin typeface="Red Hat Mono"/>
                <a:cs typeface="Red Hat Mono"/>
              </a:rPr>
              <a:t>// wraps a legacy /orders API and adds caching + event emission. Legacy unchanged.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getOrder(w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oid := r.PathValue("oid")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b, err := cache.Get(r.Context(), "order:"+oid).Bytes(); err == nil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                                </a:t>
            </a:r>
            <a:r>
              <a:rPr lang="en-US" sz="115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legacy.Get(r.Context(), "/orders/"+oid)    </a:t>
            </a:r>
            <a:r>
              <a:rPr lang="en-US" sz="1150" dirty="0">
                <a:solidFill>
                  <a:srgbClr val="8FB98F"/>
                </a:solidFill>
                <a:latin typeface="Red Hat Mono"/>
                <a:cs typeface="Red Hat Mono"/>
              </a:rPr>
              <a:t>// 2. legacy call</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cache.Set(r.Context(), "order:"+oid, body, 60*time.Second)</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8FB98F"/>
              </a:buClr>
              <a:buSzPts val="1050"/>
              <a:buFont typeface="Red Hat Mono"/>
              <a:buNone/>
            </a:pP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func placeOrder(w http.ResponseWriter, r *http.Request) error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body, err := legacy.Post(r.Context(), "/orders", r.Body)   </a:t>
            </a:r>
            <a:r>
              <a:rPr lang="en-US" sz="1150" dirty="0">
                <a:solidFill>
                  <a:srgbClr val="8FB98F"/>
                </a:solidFill>
                <a:latin typeface="Red Hat Mono"/>
                <a:cs typeface="Red Hat Mono"/>
              </a:rPr>
              <a:t>// 1. legacy first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cl.Produce(r.Context(), &amp;kgo.Record{Topic: "order.placed", Value: body}, nil) </a:t>
            </a:r>
            <a:r>
              <a:rPr lang="en-US" sz="1150" dirty="0">
                <a:solidFill>
                  <a:srgbClr val="8FB98F"/>
                </a:solidFill>
                <a:latin typeface="Red Hat Mono"/>
                <a:cs typeface="Red Hat Mono"/>
              </a:rPr>
              <a:t>// 2. emit</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cache.Del(r.Context(), "order:"+orderID(body))             </a:t>
            </a:r>
            <a:r>
              <a:rPr lang="en-US" sz="1150" dirty="0">
                <a:solidFill>
                  <a:srgbClr val="8FB98F"/>
                </a:solidFill>
                <a:latin typeface="Red Hat Mono"/>
                <a:cs typeface="Red Hat Mono"/>
              </a:rPr>
              <a:t>// 3. invalidate</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   return writeRaw(w, body)</a:t>
            </a:r>
          </a:p>
          <a:p>
            <a:pPr indent="0" lvl="0" marL="0" marR="0" rtl="0" algn="l">
              <a:lnSpc>
                <a:spcPct val="104000"/>
              </a:lnSpc>
              <a:spcBef>
                <a:spcPts val="0"/>
              </a:spcBef>
              <a:spcAft>
                <a:spcPts val="0"/>
              </a:spcAft>
              <a:buClr>
                <a:srgbClr val="8FB98F"/>
              </a:buClr>
              <a:buSzPts val="1050"/>
              <a:buFont typeface="Red Hat Mono"/>
              <a:buNone/>
            </a:pPr>
            <a:r>
              <a:rPr lang="en-US" sz="1150" dirty="0">
                <a:solidFill>
                  <a:srgbClr val="E6E6E6"/>
                </a:solidFill>
                <a:latin typeface="Red Hat Mono"/>
                <a:cs typeface="Red Hat Mono"/>
              </a:rPr>
              <a:t>}</a:t>
            </a: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Go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const ttl = 60 * time.Second</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getProduct(w http.ResponseWriter, r *http.Request)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"product:" + r.PathValue("pid")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b, err := cache.Get(r.Context(), key).Bytes(); err == nil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                                </a:t>
            </a:r>
            <a:r>
              <a:rPr lang="en-US" sz="1100" dirty="0">
                <a:solidFill>
                  <a:srgbClr val="8FB98F"/>
                </a:solidFill>
                <a:latin typeface="Red Hat Mono"/>
                <a:cs typeface="Red Hat Mono"/>
              </a:rPr>
              <a:t>// 1. cache hit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var p Product                                           </a:t>
            </a:r>
            <a:r>
              <a:rPr lang="en-US" sz="1100" dirty="0">
                <a:solidFill>
                  <a:srgbClr val="8FB98F"/>
                </a:solidFill>
                <a:latin typeface="Red Hat Mono"/>
                <a:cs typeface="Red Hat Mono"/>
              </a:rPr>
              <a:t>// 2. DB on miss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err := db.QueryRow(r.Context(),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id, name, price_cents FROM products WHERE id=$1",</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r.PathValue("pid")).Scan(&amp;p.ID, &amp;p.Name, &amp;p.PriceCents)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errors.Is(err, pgx.ErrNoRows) { return notFound()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 return err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 _ := json.Marshal(p)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cache.Set(r.Context(), key, b, ttl)                     </a:t>
            </a:r>
            <a:r>
              <a:rPr lang="en-US" sz="1100" dirty="0">
                <a:solidFill>
                  <a:srgbClr val="8FB98F"/>
                </a:solidFill>
                <a:latin typeface="Red Hat Mono"/>
                <a:cs typeface="Red Hat Mono"/>
              </a:rPr>
              <a:t>// 3. populate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writeRaw(w, b)</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PUT handler: UPDATE the DB, then cache.Del(key) — invalidate on write</a:t>
            </a: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Go: a generic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(generics)</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generic read-through: callers see one Get(); the miss path is invisible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type ReadThrough[T any] struct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rdb    *redis.Client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loader func(context.Context, string) (T, error)   </a:t>
            </a:r>
            <a:r>
              <a:rPr lang="en-US" sz="1050" dirty="0">
                <a:solidFill>
                  <a:srgbClr val="8FB98F"/>
                </a:solidFill>
                <a:latin typeface="Red Hat Mono"/>
                <a:cs typeface="Red Hat Mono"/>
              </a:rPr>
              <a:t>// called on cache miss</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ttl    time.Duration</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prefix string</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func (rt ReadThrough[T]) Get(ctx context.Context, id string) (T, error)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var v 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key := rt.prefix + id</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b, err := rt.rdb.Get(ctx, key).Bytes(); err == nil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json.Unmarshal(b, &amp;v)                 </a:t>
            </a:r>
            <a:r>
              <a:rPr lang="en-US" sz="1050" dirty="0">
                <a:solidFill>
                  <a:srgbClr val="8FB98F"/>
                </a:solidFill>
                <a:latin typeface="Red Hat Mono"/>
                <a:cs typeface="Red Hat Mono"/>
              </a:rPr>
              <a:t>// hit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v, err := rt.loader(ctx, id)                        </a:t>
            </a:r>
            <a:r>
              <a:rPr lang="en-US" sz="1050" dirty="0">
                <a:solidFill>
                  <a:srgbClr val="8FB98F"/>
                </a:solidFill>
                <a:latin typeface="Red Hat Mono"/>
                <a:cs typeface="Red Hat Mono"/>
              </a:rPr>
              <a:t>// miss → loader fetches from DB</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if err != nil { return v, err }</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b, _ := json.Marshal(v)</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rt.rdb.Set(ctx, key, b, rt.ttl)                     </a:t>
            </a:r>
            <a:r>
              <a:rPr lang="en-US" sz="1050" dirty="0">
                <a:solidFill>
                  <a:srgbClr val="8FB98F"/>
                </a:solidFill>
                <a:latin typeface="Red Hat Mono"/>
                <a:cs typeface="Red Hat Mono"/>
              </a:rPr>
              <a:t>// populate</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   return v, nil</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E6E6E6"/>
                </a:solidFill>
                <a:latin typeface="Red Hat Mono"/>
                <a:cs typeface="Red Hat Mono"/>
              </a:rPr>
              <a:t>}</a:t>
            </a:r>
            <a:endParaRPr lang="en-US" sz="1050"/>
          </a:p>
          <a:p>
            <a:pPr indent="0" lvl="0" marL="0" marR="0" rtl="0" algn="l">
              <a:lnSpc>
                <a:spcPct val="104000"/>
              </a:lnSpc>
              <a:spcBef>
                <a:spcPts val="0"/>
              </a:spcBef>
              <a:spcAft>
                <a:spcPts val="0"/>
              </a:spcAft>
              <a:buClr>
                <a:srgbClr val="8FB98F"/>
              </a:buClr>
              <a:buSzPts val="1050"/>
              <a:buFont typeface="Red Hat Mono"/>
              <a:buNone/>
            </a:pPr>
            <a:r>
              <a:rPr lang="en-US" sz="1050" dirty="0">
                <a:solidFill>
                  <a:srgbClr val="8FB98F"/>
                </a:solidFill>
                <a:latin typeface="Red Hat Mono"/>
                <a:cs typeface="Red Hat Mono"/>
              </a:rPr>
              <a:t>// wire once: products := ReadThrough[Product]{rdb, loadProduct, 60*time.Second, "product:"}</a:t>
            </a:r>
            <a:endParaRPr lang="en-US" sz="1050"/>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Go</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func updateProduct(ctx context.Context, p Product) error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1. write the DB first — it's the source of truth</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_, err := db.Exec(ctx,</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"UPDATE products SET name=$1, price_cents=$2 WHERE id=$3",</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p.Name, p.PriceCents, p.ID);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 2. write the cache second — set, don't invalidate (read back the canonical row)</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var c Product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if err := db.QueryRow(ctx, "SELECT * FROM products WHERE id=$1", p.ID).</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Scan(&amp;c.ID, &amp;c.Name, &amp;c.PriceCents); err != nil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b, _ := json.Marshal(c)</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   return cache.Set(ctx, "product:"+p.ID, b, ttl).Err()</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Faster: cache the request body directly — but it may diverge from the DB if</a:t>
            </a:r>
          </a:p>
          <a:p>
            <a:pPr indent="0" lvl="0" marL="0" marR="0" rtl="0" algn="l">
              <a:lnSpc>
                <a:spcPct val="104000"/>
              </a:lnSpc>
              <a:spcBef>
                <a:spcPts val="0"/>
              </a:spcBef>
              <a:spcAft>
                <a:spcPts val="0"/>
              </a:spcAft>
              <a:buClr>
                <a:srgbClr val="E6E6E6"/>
              </a:buClr>
              <a:buSzPts val="1050"/>
              <a:buFont typeface="Red Hat Mono"/>
              <a:buNone/>
            </a:pPr>
            <a:r>
              <a:rPr lang="en-US" sz="1050" dirty="0">
                <a:solidFill>
                  <a:srgbClr val="8FB98F"/>
                </a:solidFill>
                <a:latin typeface="Red Hat Mono"/>
                <a:cs typeface="Red Hat Mono"/>
              </a:rPr>
              <a:t>// there are server-side defaults, triggers, or computed columns.</a:t>
            </a: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Go</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pgx</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append-heavy data (events, logs): writes skip the cache; first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recordEvent(ctx context.Context, e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_, err := db.Exec(ctx,</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"INSERT INTO events (id, type, payload, ts) VALUES ($1,$2,$3,NOW())",</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e.ID, e.Type, 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err   </a:t>
            </a:r>
            <a:r>
              <a:rPr lang="en-US" sz="1100" dirty="0">
                <a:solidFill>
                  <a:srgbClr val="8FB98F"/>
                </a:solidFill>
                <a:latin typeface="Red Hat Mono"/>
                <a:cs typeface="Red Hat Mono"/>
              </a:rPr>
              <a:t>// no cache write: most events are never re-read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8FB98F"/>
              </a:buClr>
              <a:buSzPts val="1100"/>
              <a:buFont typeface="Red Hat Mono"/>
              <a:buNone/>
            </a:pP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8FB98F"/>
                </a:solidFill>
                <a:latin typeface="Red Hat Mono"/>
                <a:cs typeface="Red Hat Mono"/>
              </a:rPr>
              <a:t>// read side is plain cache-aside (the next read populates it)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func getEvent(ctx context.Context, eid string) (Event, error)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key := "event:" +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b, err := cache.Get(ctx, key).Bytes(); err == nil { return unmarshalEvent(b)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var e Event</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err := db.QueryRow(ctx, "SELECT * FROM events WHERE id=$1", eid).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Scan(&amp;e.ID, &amp;e.Type, &amp;e.Payload)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if errors.Is(err, pgx.ErrNoRows) { return e, notFound() }</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b, _ := json.Marshal(e)</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cache.Set(ctx, key, b, 60*time.Second)</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   return e, err</a:t>
            </a:r>
            <a:endParaRPr lang="en-US" sz="1100"/>
          </a:p>
          <a:p>
            <a:pPr indent="0" lvl="0" marL="0" marR="0" rtl="0" algn="l">
              <a:lnSpc>
                <a:spcPct val="104000"/>
              </a:lnSpc>
              <a:spcBef>
                <a:spcPts val="0"/>
              </a:spcBef>
              <a:spcAft>
                <a:spcPts val="0"/>
              </a:spcAft>
              <a:buClr>
                <a:srgbClr val="8FB98F"/>
              </a:buClr>
              <a:buSzPts val="1100"/>
              <a:buFont typeface="Red Hat Mono"/>
              <a:buNone/>
            </a:pPr>
            <a:r>
              <a:rPr lang="en-US" sz="1100" dirty="0">
                <a:solidFill>
                  <a:srgbClr val="E6E6E6"/>
                </a:solidFill>
                <a:latin typeface="Red Hat Mono"/>
                <a:cs typeface="Red Hat Mono"/>
              </a:rPr>
              <a:t>}</a:t>
            </a:r>
            <a:endParaRPr lang="en-US" sz="1100"/>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Go</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main.go (excerpt), examples/25-caching/go: write-back</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handleWriteBackPut(w http.ResponseWriter, r *http.Request)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key := "metric:" + r.PathValue("id")       // body decoded into parsed, id added: data</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safeSet(r.Context(), key, string(data), 0) // 1. cache only, no TTL</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rdb.SAdd(r.Context(), "metric:dirty", key) //    mark for flush</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writeJSON(w, 202, parsed)                  // 202: queued, not yet durable</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flusher(ctx context.Context) {           // 2. drain the dirty set to the DB</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 := 0</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for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wait := flushPeriod                     // 1s, doubling to 8s after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failures &gt; 0 { wait = min(flushPeriod&lt;&lt;failures, maxFlushBackoff)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select { case &lt;-ctx.Done(): return; case &lt;-time.After(wait):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members, err := rdb.SPopN(ctx, "metric:dirty", flushBatch).Result()</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 ... skip on err or none; upsert each key (ON CONFLICT (id) DO UPDATE); collect failed</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len(failed) == 0 { failures = 0; continue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failures++</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requeue(ctx, failed) // 3. HINCRBY metric:attempts; dirty again, metric:failed at 5</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endParaRPr lang="en-US" sz="1100"/>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endParaRPr lang="en-US" sz="1100"/>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Go</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go-redis + goroutine</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const (ttlS = 60 * time.Second; refreshBefore = 10 * time.Second)</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getProduct(ctx context.Context, pid string) (Product, error)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cache.ZAdd(ctx, "product:hot",                          </a:t>
            </a:r>
            <a:r>
              <a:rPr lang="en-US" sz="1000" dirty="0">
                <a:solidFill>
                  <a:srgbClr val="8FB98F"/>
                </a:solidFill>
                <a:latin typeface="Red Hat Mono"/>
                <a:cs typeface="Red Hat Mono"/>
              </a:rPr>
              <a:t>// touch the hot-list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redis.Z{Score: float64(time.Now().Unix()), Member: pid})</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b, err := cache.Get(ctx, "product:"+pid).Bytes(); err == nil { return unmarshal(b)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return loadAndCache(ctx, pid)                           </a:t>
            </a:r>
            <a:r>
              <a:rPr lang="en-US" sz="1000" dirty="0">
                <a:solidFill>
                  <a:srgbClr val="8FB98F"/>
                </a:solidFill>
                <a:latin typeface="Red Hat Mono"/>
                <a:cs typeface="Red Hat Mono"/>
              </a:rPr>
              <a:t>// miss: load + populate</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a:p>
            <a:pPr indent="0" lvl="0" marL="0" marR="0" rtl="0" algn="l">
              <a:lnSpc>
                <a:spcPct val="104000"/>
              </a:lnSpc>
              <a:spcBef>
                <a:spcPts val="0"/>
              </a:spcBef>
              <a:spcAft>
                <a:spcPts val="0"/>
              </a:spcAft>
              <a:buClr>
                <a:srgbClr val="8FB98F"/>
              </a:buClr>
              <a:buSzPts val="1000"/>
              <a:buFont typeface="Red Hat Mono"/>
              <a:buNone/>
            </a:pP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8FB98F"/>
                </a:solidFill>
                <a:latin typeface="Red Hat Mono"/>
                <a:cs typeface="Red Hat Mono"/>
              </a:rPr>
              <a:t>// background goroutine refreshes hot keys before their TTL expires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func refresher(ctx context.Context)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t := time.NewTicker(5 * time.Second); ; &lt;-t.C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cutoff := float64(time.Now().Add(-5 * time.Minute).Unix())</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cache.ZRemRangeByScore(ctx, "product:hot", "0", ftoa(cutoff))   </a:t>
            </a:r>
            <a:r>
              <a:rPr lang="en-US" sz="1000" dirty="0">
                <a:solidFill>
                  <a:srgbClr val="8FB98F"/>
                </a:solidFill>
                <a:latin typeface="Red Hat Mono"/>
                <a:cs typeface="Red Hat Mono"/>
              </a:rPr>
              <a:t>// drop cold keys</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hot, _ := cache.ZRange(ctx, "product:hot", 0, -1).Result()</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for _, pid := range hot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if d, _ := cache.TTL(ctx, "product:"+pid).Result(); d &gt; 0 &amp;&amp; d &lt; refreshBefore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loadAndCache(ctx, pid)                          </a:t>
            </a:r>
            <a:r>
              <a:rPr lang="en-US" sz="1000" dirty="0">
                <a:solidFill>
                  <a:srgbClr val="8FB98F"/>
                </a:solidFill>
                <a:latin typeface="Red Hat Mono"/>
                <a:cs typeface="Red Hat Mono"/>
              </a:rPr>
              <a:t>// refresh window</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   }</a:t>
            </a:r>
            <a:endParaRPr lang="en-US" sz="1000"/>
          </a:p>
          <a:p>
            <a:pPr indent="0" lvl="0" marL="0" marR="0" rtl="0" algn="l">
              <a:lnSpc>
                <a:spcPct val="104000"/>
              </a:lnSpc>
              <a:spcBef>
                <a:spcPts val="0"/>
              </a:spcBef>
              <a:spcAft>
                <a:spcPts val="0"/>
              </a:spcAft>
              <a:buClr>
                <a:srgbClr val="8FB98F"/>
              </a:buClr>
              <a:buSzPts val="1000"/>
              <a:buFont typeface="Red Hat Mono"/>
              <a:buNone/>
            </a:pPr>
            <a:r>
              <a:rPr lang="en-US" sz="1000" dirty="0">
                <a:solidFill>
                  <a:srgbClr val="E6E6E6"/>
                </a:solidFill>
                <a:latin typeface="Red Hat Mono"/>
                <a:cs typeface="Red Hat Mono"/>
              </a:rPr>
              <a:t>}</a:t>
            </a:r>
            <a:endParaRPr lang="en-US" sz="1000"/>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 + context</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every client has an explicit timeout; context carries the end-to-end deadline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var client = &amp;http.Client{Timeout: 2 * time.Second}</a:t>
            </a:r>
          </a:p>
          <a:p>
            <a:pPr indent="0" lvl="0" marL="0" marR="0" rtl="0" algn="l">
              <a:lnSpc>
                <a:spcPct val="104000"/>
              </a:lnSpc>
              <a:spcBef>
                <a:spcPts val="0"/>
              </a:spcBef>
              <a:spcAft>
                <a:spcPts val="0"/>
              </a:spcAft>
              <a:buClr>
                <a:srgbClr val="E6E6E6"/>
              </a:buClr>
              <a:buSzPts val="1100"/>
              <a:buFont typeface="Red Hat Mono"/>
              <a:buNone/>
            </a:pP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charge(ctx context.Context, order Order) (Receipt,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d, ok := ctx.Deadline(); ok &amp;&amp; time.Until(d) &lt; 50*time.Millisecond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Receipt{}, ErrDeadline             </a:t>
            </a:r>
            <a:r>
              <a:rPr lang="en-US" sz="1100" dirty="0">
                <a:solidFill>
                  <a:srgbClr val="8FB98F"/>
                </a:solidFill>
                <a:latin typeface="Red Hat Mono"/>
                <a:cs typeface="Red Hat Mono"/>
              </a:rPr>
              <a:t>// too little budget — fail fast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 _ := http.NewRequestWithContext(ctx, "POST", "/charge", body(order))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req.Header.Set("X-Deadline-Ms", msLeft(ctx))  </a:t>
            </a:r>
            <a:r>
              <a:rPr lang="en-US" sz="1100" dirty="0">
                <a:solidFill>
                  <a:srgbClr val="8FB98F"/>
                </a:solidFill>
                <a:latin typeface="Red Hat Mono"/>
                <a:cs typeface="Red Hat Mono"/>
              </a:rPr>
              <a:t>// propagate the budget downstream</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resp, err := client.Do(req)</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 != nil { return Receipt{}, status504("downstream timed out")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defer resp.Body.Close()</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decodeReceipt(resp)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cenkalti/backoff v7</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retry with exponential backoff + jitter, idempotent calls only (cenkalti/backoff v7)</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getQuote(ctx context.Context, symbol string) (Quote,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bo := backoff.NewExponentialBackOff()       // backoff + jitter built in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bo.InitialInterval = 100 * time.Millisecond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bo.MaxInterval = 2 * time.Second            // capped</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 Retry stops on success, a backoff.Permanent error, a cancelled ctx or the try cap</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backoff.Retry(ctx, func() (Quote,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client.Get(ctx, "/quote/"+symbol) // GET is idempotent: safe to retry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 backoff.WithBackOff(bo), backoff.WithMaxTries(4))</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don't retry a non-idempotent POST unless it carries an idempotency key;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pair with a circuit breaker so a down dependency stops retries entirely.</a:t>
            </a: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5">
            <a:alphaModFix/>
          </a:blip>
          <a:stretch/>
        </p:blipFill>
        <p:spPr>
          <a:xfrm>
            <a:off x="1149305" y="2213314"/>
            <a:ext cx="9893084" cy="3300050"/>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sony/gobreaker v2</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8FB98F"/>
                </a:solidFill>
                <a:latin typeface="Red Hat Mono"/>
                <a:cs typeface="Red Hat Mono"/>
              </a:rPr>
              <a:t>// one breaker per dependency, never one global breaker (sony/gobreaker v2, generic)</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var paymentCB = gobreaker.NewCircuitBreaker[Receipt](gobreaker.Settings{</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Name:    "payment",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Timeout: 30 * time.Second, // stay open 30 s, then half-open to test recovery</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ReadyToTrip: func(c gobreaker.Counts) bool { return c.ConsecutiveFailures &gt;= 5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func charge(ctx context.Context, order Order) (Receipt,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 err := paymentCB.Execute(func() (Receipt, error)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client.Post(ctx, "/charge", order) // skipped while the breaker is open</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if errors.Is(err, gobreaker.ErrOpenState) || errors.Is(err, gobreaker.ErrTooManyRequests)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_ = outbox.Enqueue(ctx, order) // graceful fallback</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Receipt{Status: "pending", ID: order.ID}, nil</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   return r, err</a:t>
            </a:r>
          </a:p>
          <a:p>
            <a:pPr indent="0" lvl="0" marL="0" marR="0" rtl="0" algn="l">
              <a:lnSpc>
                <a:spcPct val="104000"/>
              </a:lnSpc>
              <a:spcBef>
                <a:spcPts val="0"/>
              </a:spcBef>
              <a:spcAft>
                <a:spcPts val="0"/>
              </a:spcAft>
              <a:buClr>
                <a:srgbClr val="E6E6E6"/>
              </a:buClr>
              <a:buSzPts val="1100"/>
              <a:buFont typeface="Red Hat Mono"/>
              <a:buNone/>
            </a:pPr>
            <a:r>
              <a:rPr lang="en-US" sz="1100" dirty="0">
                <a:solidFill>
                  <a:srgbClr val="E6E6E6"/>
                </a:solidFill>
                <a:latin typeface="Red Hat Mono"/>
                <a:cs typeface="Red Hat Mono"/>
              </a:rPr>
              <a:t>}</a:t>
            </a: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golang.org/x/sync/semaphore plus per-tenant http.Client transports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go · net/http</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main.go (excerpt), examples/21-graceful-shutdown/go: shutdown is a failure mode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(s *server) readyz(w http.ResponseWriter, r *http.Request)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if s.shuttingDown.Load() {            // liveness (/healthz) stays 200</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w.WriteHeader(http.StatusServiceUnavailable)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json.NewEncoder(w).Encode(map[string]any{"ready": false, "reason": "shutting down"})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return</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ping the pool: 503 "db unreachable", else {"ready": true}</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func main() {</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8FB98F"/>
                </a:solidFill>
                <a:latin typeface="Red Hat Mono"/>
                <a:cs typeface="Red Hat Mono"/>
              </a:rPr>
              <a:t>   // ... pool, mux, httpServer; ctx, stop := signal.NotifyContext(..., SIGTERM, SIGINT)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&lt;-ctx.Done()                          // SIGTERM: terminationGracePeriod has started</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stop()</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s.shuttingDown.Store(true)            // 1. readiness starts failing</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time.Sleep(drainDelay())              // 2. let the LB stop routing to us (5s)</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shutdownCtx, cancel := context.WithTimeout(context.Background(), shutdownTimeout)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defer cancel()</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httpServer.Shutdown(shutdownCtx)      // 3. finish in-flight work (20s budget)</a:t>
            </a:r>
          </a:p>
          <a:p>
            <a:pPr indent="0" lvl="0" marL="0" marR="0" rtl="0" algn="l">
              <a:lnSpc>
                <a:spcPct val="104000"/>
              </a:lnSpc>
              <a:spcBef>
                <a:spcPts val="0"/>
              </a:spcBef>
              <a:spcAft>
                <a:spcPts val="0"/>
              </a:spcAft>
              <a:buClr>
                <a:srgbClr val="E6E6E6"/>
              </a:buClr>
              <a:buSzPts val="1000"/>
              <a:buFont typeface="Red Hat Mono"/>
              <a:buNone/>
            </a:pPr>
            <a:r>
              <a:rPr lang="en-US" sz="1150" dirty="0">
                <a:solidFill>
                  <a:srgbClr val="E6E6E6"/>
                </a:solidFill>
                <a:latin typeface="Red Hat Mono"/>
                <a:cs typeface="Red Hat Mono"/>
              </a:rPr>
              <a:t>}                                        // 4. deferred pool.Close(), exit 0</a:t>
            </a: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50" dirty="0">
                <a:solidFill>
                  <a:srgbClr val="E6E6E6"/>
                </a:solidFill>
                <a:latin typeface="Red Hat Mono"/>
                <a:cs typeface="Red Hat Mono"/>
              </a:rPr>
              <a:t>func setupFlags() error { // OpenFeature Go SDK + flagd provider, once at startup</a:t>
            </a:r>
          </a:p>
          <a:p>
            <a:pPr algn="l" indent="0" marL="0">
              <a:lnSpc>
                <a:spcPct val="110000"/>
              </a:lnSpc>
              <a:buNone/>
            </a:pPr>
            <a:r>
              <a:rPr lang="en-US" sz="1150" dirty="0">
                <a:solidFill>
                  <a:srgbClr val="E6E6E6"/>
                </a:solidFill>
                <a:latin typeface="Red Hat Mono"/>
                <a:cs typeface="Red Hat Mono"/>
              </a:rPr>
              <a:t>   provider, err := flagd.NewProvider(flagd.WithHost("flagd"), flagd.WithPort(8013))</a:t>
            </a:r>
          </a:p>
          <a:p>
            <a:pPr algn="l" indent="0" marL="0">
              <a:lnSpc>
                <a:spcPct val="110000"/>
              </a:lnSpc>
              <a:buNone/>
            </a:pPr>
            <a:r>
              <a:rPr lang="en-US" sz="1150" dirty="0">
                <a:solidFill>
                  <a:srgbClr val="E6E6E6"/>
                </a:solidFill>
                <a:latin typeface="Red Hat Mono"/>
                <a:cs typeface="Red Hat Mono"/>
              </a:rPr>
              <a:t>   if err != nil { return err }</a:t>
            </a:r>
          </a:p>
          <a:p>
            <a:pPr algn="l" indent="0" marL="0">
              <a:lnSpc>
                <a:spcPct val="110000"/>
              </a:lnSpc>
              <a:buNone/>
            </a:pPr>
            <a:r>
              <a:rPr lang="en-US" sz="1150" dirty="0">
                <a:solidFill>
                  <a:srgbClr val="E6E6E6"/>
                </a:solidFill>
                <a:latin typeface="Red Hat Mono"/>
                <a:cs typeface="Red Hat Mono"/>
              </a:rPr>
              <a:t>   return openfeature.SetProviderAndWait(provider)</a:t>
            </a:r>
          </a:p>
          <a:p>
            <a:pPr algn="l" indent="0" marL="0">
              <a:lnSpc>
                <a:spcPct val="110000"/>
              </a:lnSpc>
              <a:buNone/>
            </a:pPr>
            <a:r>
              <a:rPr lang="en-US" sz="1150" dirty="0">
                <a:solidFill>
                  <a:srgbClr val="E6E6E6"/>
                </a:solidFill>
                <a:latin typeface="Red Hat Mono"/>
                <a:cs typeface="Red Hat Mono"/>
              </a:rPr>
              <a:t>}</a:t>
            </a:r>
          </a:p>
          <a:p>
            <a:pPr algn="l" indent="0" marL="0">
              <a:lnSpc>
                <a:spcPct val="110000"/>
              </a:lnSpc>
              <a:buNone/>
            </a:pPr>
            <a:r>
              <a:rPr lang="en-US" sz="1150" dirty="0">
                <a:solidFill>
                  <a:srgbClr val="E6E6E6"/>
                </a:solidFill>
                <a:latin typeface="Red Hat Mono"/>
                <a:cs typeface="Red Hat Mono"/>
              </a:rPr>
              <a:t>var flags = openfeature.NewClient("checkout")</a:t>
            </a:r>
          </a:p>
          <a:p>
            <a:pPr algn="l" indent="0" marL="0">
              <a:lnSpc>
                <a:spcPct val="110000"/>
              </a:lnSpc>
              <a:buNone/>
            </a:pPr>
            <a:r>
              <a:rPr lang="en-US" sz="1150" dirty="0">
                <a:solidFill>
                  <a:srgbClr val="E6E6E6"/>
                </a:solidFill>
                <a:latin typeface="Red Hat Mono"/>
                <a:cs typeface="Red Hat Mono"/>
              </a:rPr>
              <a:t>func checkout(w http.ResponseWriter, r *http.Request) {</a:t>
            </a:r>
          </a:p>
          <a:p>
            <a:pPr algn="l" indent="0" marL="0">
              <a:lnSpc>
                <a:spcPct val="110000"/>
              </a:lnSpc>
              <a:buNone/>
            </a:pPr>
            <a:r>
              <a:rPr lang="en-US" sz="1150" dirty="0">
                <a:solidFill>
                  <a:srgbClr val="E6E6E6"/>
                </a:solidFill>
                <a:latin typeface="Red Hat Mono"/>
                <a:cs typeface="Red Hat Mono"/>
              </a:rPr>
              <a:t>   cart := parseCart(r)</a:t>
            </a:r>
          </a:p>
          <a:p>
            <a:pPr algn="l" indent="0" marL="0">
              <a:lnSpc>
                <a:spcPct val="110000"/>
              </a:lnSpc>
              <a:buNone/>
            </a:pPr>
            <a:r>
              <a:rPr lang="en-US" sz="1150" dirty="0">
                <a:solidFill>
                  <a:srgbClr val="E6E6E6"/>
                </a:solidFill>
                <a:latin typeface="Red Hat Mono"/>
                <a:cs typeface="Red Hat Mono"/>
              </a:rPr>
              <a:t>   evalCtx := openfeature.NewEvaluationContext(r.Header.Get("X-User"), // sticky key</a:t>
            </a:r>
          </a:p>
          <a:p>
            <a:pPr algn="l" indent="0" marL="0">
              <a:lnSpc>
                <a:spcPct val="110000"/>
              </a:lnSpc>
              <a:buNone/>
            </a:pPr>
            <a:r>
              <a:rPr lang="en-US" sz="1150" dirty="0">
                <a:solidFill>
                  <a:srgbClr val="E6E6E6"/>
                </a:solidFill>
                <a:latin typeface="Red Hat Mono"/>
                <a:cs typeface="Red Hat Mono"/>
              </a:rPr>
              <a:t>      map[string]any{"plan": cart.Plan, "region": cart.Region})</a:t>
            </a:r>
          </a:p>
          <a:p>
            <a:pPr algn="l" indent="0" marL="0">
              <a:lnSpc>
                <a:spcPct val="110000"/>
              </a:lnSpc>
              <a:buNone/>
            </a:pPr>
            <a:r>
              <a:rPr lang="en-US" sz="1150" dirty="0">
                <a:solidFill>
                  <a:srgbClr val="E6E6E6"/>
                </a:solidFill>
                <a:latin typeface="Red Hat Mono"/>
                <a:cs typeface="Red Hat Mono"/>
              </a:rPr>
              <a:t>   useNew, _ := flags.BooleanValue(r.Context(), "new-checkout", false, evalCtx) // default off</a:t>
            </a:r>
          </a:p>
          <a:p>
            <a:pPr algn="l" indent="0" marL="0">
              <a:lnSpc>
                <a:spcPct val="110000"/>
              </a:lnSpc>
              <a:buNone/>
            </a:pPr>
            <a:r>
              <a:rPr lang="en-US" sz="1150" dirty="0">
                <a:solidFill>
                  <a:srgbClr val="E6E6E6"/>
                </a:solidFill>
                <a:latin typeface="Red Hat Mono"/>
                <a:cs typeface="Red Hat Mono"/>
              </a:rPr>
              <a:t>   if useNew {</a:t>
            </a:r>
          </a:p>
          <a:p>
            <a:pPr algn="l" indent="0" marL="0">
              <a:lnSpc>
                <a:spcPct val="110000"/>
              </a:lnSpc>
              <a:buNone/>
            </a:pPr>
            <a:r>
              <a:rPr lang="en-US" sz="1150" dirty="0">
                <a:solidFill>
                  <a:srgbClr val="E6E6E6"/>
                </a:solidFill>
                <a:latin typeface="Red Hat Mono"/>
                <a:cs typeface="Red Hat Mono"/>
              </a:rPr>
              <a:t>      newCheckout(w, r, cart)</a:t>
            </a:r>
          </a:p>
          <a:p>
            <a:pPr algn="l" indent="0" marL="0">
              <a:lnSpc>
                <a:spcPct val="110000"/>
              </a:lnSpc>
              <a:buNone/>
            </a:pPr>
            <a:r>
              <a:rPr lang="en-US" sz="1150" dirty="0">
                <a:solidFill>
                  <a:srgbClr val="E6E6E6"/>
                </a:solidFill>
                <a:latin typeface="Red Hat Mono"/>
                <a:cs typeface="Red Hat Mono"/>
              </a:rPr>
              <a:t>      return</a:t>
            </a:r>
          </a:p>
          <a:p>
            <a:pPr algn="l" indent="0" marL="0">
              <a:lnSpc>
                <a:spcPct val="110000"/>
              </a:lnSpc>
              <a:buNone/>
            </a:pPr>
            <a:r>
              <a:rPr lang="en-US" sz="1150" dirty="0">
                <a:solidFill>
                  <a:srgbClr val="E6E6E6"/>
                </a:solidFill>
                <a:latin typeface="Red Hat Mono"/>
                <a:cs typeface="Red Hat Mono"/>
              </a:rPr>
              <a:t>   }</a:t>
            </a:r>
          </a:p>
          <a:p>
            <a:pPr algn="l" indent="0" marL="0">
              <a:lnSpc>
                <a:spcPct val="110000"/>
              </a:lnSpc>
              <a:buNone/>
            </a:pPr>
            <a:r>
              <a:rPr lang="en-US" sz="1150" dirty="0">
                <a:solidFill>
                  <a:srgbClr val="E6E6E6"/>
                </a:solidFill>
                <a:latin typeface="Red Hat Mono"/>
                <a:cs typeface="Red Hat Mono"/>
              </a:rPr>
              <a:t>   legacyCheckout(w, r, cart)</a:t>
            </a:r>
          </a:p>
          <a:p>
            <a:pPr algn="l" indent="0" marL="0">
              <a:lnSpc>
                <a:spcPct val="110000"/>
              </a:lnSpc>
              <a:buNone/>
            </a:pPr>
            <a:r>
              <a:rPr lang="en-US" sz="1150" dirty="0">
                <a:solidFill>
                  <a:srgbClr val="E6E6E6"/>
                </a:solidFill>
                <a:latin typeface="Red Hat Mono"/>
                <a:cs typeface="Red Hat Mono"/>
              </a:rPr>
              <a:t>}</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 OpenFeature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ops kill-switch — default true (fail open): on until an operator kills it</a:t>
            </a:r>
          </a:p>
          <a:p>
            <a:pPr algn="l" indent="0" marL="0">
              <a:lnSpc>
                <a:spcPct val="110000"/>
              </a:lnSpc>
              <a:buNone/>
            </a:pPr>
            <a:r>
              <a:rPr lang="en-US" sz="1100" dirty="0">
                <a:solidFill>
                  <a:srgbClr val="E6E6E6"/>
                </a:solidFill>
                <a:latin typeface="Red Hat Mono"/>
                <a:cs typeface="Red Hat Mono"/>
              </a:rPr>
              <a:t>func recommend(ctx context.Context, userID string) (Recommendations, error) {</a:t>
            </a:r>
          </a:p>
          <a:p>
            <a:pPr algn="l" indent="0" marL="0">
              <a:lnSpc>
                <a:spcPct val="110000"/>
              </a:lnSpc>
              <a:buNone/>
            </a:pPr>
            <a:r>
              <a:rPr lang="en-US" sz="1100" dirty="0">
                <a:solidFill>
                  <a:srgbClr val="E6E6E6"/>
                </a:solidFill>
                <a:latin typeface="Red Hat Mono"/>
                <a:cs typeface="Red Hat Mono"/>
              </a:rPr>
              <a:t>   on, _ := flags.BooleanValue(ctx, "recommendations-enabled", true, evalCtx(userID))</a:t>
            </a:r>
          </a:p>
          <a:p>
            <a:pPr algn="l" indent="0" marL="0">
              <a:lnSpc>
                <a:spcPct val="110000"/>
              </a:lnSpc>
              <a:buNone/>
            </a:pPr>
            <a:r>
              <a:rPr lang="en-US" sz="1100" dirty="0">
                <a:solidFill>
                  <a:srgbClr val="E6E6E6"/>
                </a:solidFill>
                <a:latin typeface="Red Hat Mono"/>
                <a:cs typeface="Red Hat Mono"/>
              </a:rPr>
              <a:t>   if !on {</a:t>
            </a:r>
          </a:p>
          <a:p>
            <a:pPr algn="l" indent="0" marL="0">
              <a:lnSpc>
                <a:spcPct val="110000"/>
              </a:lnSpc>
              <a:buNone/>
            </a:pPr>
            <a:r>
              <a:rPr lang="en-US" sz="1100" dirty="0">
                <a:solidFill>
                  <a:srgbClr val="E6E6E6"/>
                </a:solidFill>
                <a:latin typeface="Red Hat Mono"/>
                <a:cs typeface="Red Hat Mono"/>
              </a:rPr>
              <a:t>      return Recommendations{}, nil          </a:t>
            </a:r>
            <a:r>
              <a:rPr lang="en-US" sz="1100" dirty="0">
                <a:solidFill>
                  <a:srgbClr val="8FB98F"/>
                </a:solidFill>
                <a:latin typeface="Red Hat Mono"/>
                <a:cs typeface="Red Hat Mono"/>
              </a:rPr>
              <a:t>// degrade — still serve the page</a:t>
            </a:r>
          </a:p>
          <a:p>
            <a:pPr algn="l" indent="0" marL="0">
              <a:lnSpc>
                <a:spcPct val="110000"/>
              </a:lnSpc>
              <a:buNone/>
            </a:pPr>
            <a:r>
              <a:rPr lang="en-US" sz="1100" dirty="0">
                <a:solidFill>
                  <a:srgbClr val="E6E6E6"/>
                </a:solidFill>
                <a:latin typeface="Red Hat Mono"/>
                <a:cs typeface="Red Hat Mono"/>
              </a:rPr>
              <a:t>   }</a:t>
            </a:r>
          </a:p>
          <a:p>
            <a:pPr algn="l" indent="0" marL="0">
              <a:lnSpc>
                <a:spcPct val="110000"/>
              </a:lnSpc>
              <a:buNone/>
            </a:pPr>
            <a:r>
              <a:rPr lang="en-US" sz="1100" dirty="0">
                <a:solidFill>
                  <a:srgbClr val="E6E6E6"/>
                </a:solidFill>
                <a:latin typeface="Red Hat Mono"/>
                <a:cs typeface="Red Hat Mono"/>
              </a:rPr>
              <a:t>   return recommendationClient.Fetch(ctx, userID)   </a:t>
            </a:r>
            <a:r>
              <a:rPr lang="en-US" sz="1100" dirty="0">
                <a:solidFill>
                  <a:srgbClr val="8FB98F"/>
                </a:solidFill>
                <a:latin typeface="Red Hat Mono"/>
                <a:cs typeface="Red Hat Mono"/>
              </a:rPr>
              <a:t>// pairs with a breaker</a:t>
            </a:r>
          </a:p>
          <a:p>
            <a:pPr algn="l" indent="0" marL="0">
              <a:lnSpc>
                <a:spcPct val="110000"/>
              </a:lnSpc>
              <a:buNone/>
            </a:pPr>
            <a:r>
              <a:rPr lang="en-US" sz="1100" dirty="0">
                <a:solidFill>
                  <a:srgbClr val="E6E6E6"/>
                </a:solidFill>
                <a:latin typeface="Red Hat Mono"/>
                <a:cs typeface="Red Hat Mono"/>
              </a:rPr>
              <a:t>}</a:t>
            </a:r>
          </a:p>
          <a:p>
            <a:pPr algn="l" indent="0" marL="0">
              <a:lnSpc>
                <a:spcPct val="110000"/>
              </a:lnSpc>
              <a:buNone/>
            </a:pPr>
            <a:r>
              <a:rPr lang="en-US" sz="1100" dirty="0">
                <a:solidFill>
                  <a:srgbClr val="8FB98F"/>
                </a:solidFill>
                <a:latin typeface="Red Hat Mono"/>
                <a:cs typeface="Red Hat Mono"/>
              </a:rPr>
              <a:t>// default true = fail open: only a deliberate flip disables it.</a:t>
            </a:r>
          </a:p>
          <a:p>
            <a:pPr algn="l" indent="0" marL="0">
              <a:lnSpc>
                <a:spcPct val="110000"/>
              </a:lnSpc>
              <a:buNone/>
            </a:pPr>
            <a:r>
              <a:rPr lang="en-US" sz="1100" dirty="0">
                <a:solidFill>
                  <a:srgbClr val="8FB98F"/>
                </a:solidFill>
                <a:latin typeface="Red Hat Mono"/>
                <a:cs typeface="Red Hat Mono"/>
              </a:rPr>
              <a:t>// the default flips with the flag type.</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Go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Go — run the service, then the same collection</a:t>
            </a:r>
          </a:p>
          <a:p>
            <a:pPr algn="l" indent="0" marL="0">
              <a:lnSpc>
                <a:spcPct val="110000"/>
              </a:lnSpc>
              <a:buNone/>
            </a:pPr>
            <a:r>
              <a:rPr lang="en-US" sz="1100" dirty="0">
                <a:solidFill>
                  <a:srgbClr val="E6E6E6"/>
                </a:solidFill>
                <a:latin typeface="Red Hat Mono"/>
                <a:cs typeface="Red Hat Mono"/>
              </a:rPr>
              <a:t>go run ./cmd/order-service &amp;       # http://localhost:8080</a:t>
            </a:r>
          </a:p>
          <a:p>
            <a:pPr algn="l" indent="0" marL="0">
              <a:lnSpc>
                <a:spcPct val="110000"/>
              </a:lnSpc>
              <a:buNone/>
            </a:pPr>
            <a:r>
              <a:rPr lang="en-US" sz="1100" dirty="0">
                <a:solidFill>
                  <a:srgbClr val="E6E6E6"/>
                </a:solidFill>
                <a:latin typeface="Red Hat Mono"/>
                <a:cs typeface="Red Hat Mono"/>
              </a:rPr>
              <a:t>newman run orders.postman_collection.json -e local.postman_environment.json</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k8s/overlays/go/kustomization.yaml (excerpt)</a:t>
            </a:r>
          </a:p>
          <a:p>
            <a:pPr algn="l" indent="0" marL="0">
              <a:lnSpc>
                <a:spcPct val="110000"/>
              </a:lnSpc>
              <a:buNone/>
            </a:pPr>
            <a:r>
              <a:rPr lang="en-US" sz="1100" dirty="0">
                <a:solidFill>
                  <a:srgbClr val="E6E6E6"/>
                </a:solidFill>
                <a:latin typeface="Red Hat Mono"/>
                <a:cs typeface="Red Hat Mono"/>
              </a:rPr>
              <a:t>images:</a:t>
            </a:r>
          </a:p>
          <a:p>
            <a:pPr algn="l" indent="0" marL="0">
              <a:lnSpc>
                <a:spcPct val="110000"/>
              </a:lnSpc>
              <a:buNone/>
            </a:pPr>
            <a:r>
              <a:rPr lang="en-US" sz="1100" dirty="0">
                <a:solidFill>
                  <a:srgbClr val="E6E6E6"/>
                </a:solidFill>
                <a:latin typeface="Red Hat Mono"/>
                <a:cs typeface="Red Hat Mono"/>
              </a:rPr>
              <a:t>  - name: order-service</a:t>
            </a:r>
          </a:p>
          <a:p>
            <a:pPr algn="l" indent="0" marL="0">
              <a:lnSpc>
                <a:spcPct val="110000"/>
              </a:lnSpc>
              <a:buNone/>
            </a:pPr>
            <a:r>
              <a:rPr lang="en-US" sz="1100" dirty="0">
                <a:solidFill>
                  <a:srgbClr val="E6E6E6"/>
                </a:solidFill>
                <a:latin typeface="Red Hat Mono"/>
                <a:cs typeface="Red Hat Mono"/>
              </a:rPr>
              <a:t>    newName: localhost/cndp-05/go-order-service</a:t>
            </a:r>
          </a:p>
          <a:p>
            <a:pPr algn="l" indent="0" marL="0">
              <a:lnSpc>
                <a:spcPct val="110000"/>
              </a:lnSpc>
              <a:buNone/>
            </a:pPr>
            <a:r>
              <a:rPr lang="en-US" sz="1100" dirty="0">
                <a:solidFill>
                  <a:srgbClr val="E6E6E6"/>
                </a:solidFill>
                <a:latin typeface="Red Hat Mono"/>
                <a:cs typeface="Red Hat Mono"/>
              </a:rPr>
              <a:t>    newTag: v1</a:t>
            </a:r>
          </a:p>
          <a:p>
            <a:pPr algn="l" indent="0" marL="0">
              <a:lnSpc>
                <a:spcPct val="110000"/>
              </a:lnSpc>
              <a:buNone/>
            </a:pPr>
            <a:r>
              <a:rPr lang="en-US" sz="1100" dirty="0">
                <a:solidFill>
                  <a:srgbClr val="8FB98F"/>
                </a:solidFill>
                <a:latin typeface="Red Hat Mono"/>
                <a:cs typeface="Red Hat Mono"/>
              </a:rPr>
              <a:t>  # shipping-consumer and notification-consumer map the same way</a:t>
            </a:r>
          </a:p>
          <a:p>
            <a:pPr algn="l" indent="0" marL="0">
              <a:lnSpc>
                <a:spcPct val="110000"/>
              </a:lnSpc>
              <a:buNone/>
            </a:pPr>
            <a:r>
              <a:rPr lang="en-US" sz="1100" dirty="0">
                <a:solidFill>
                  <a:srgbClr val="8FB98F"/>
                </a:solidFill>
                <a:latin typeface="Red Hat Mono"/>
                <a:cs typeface="Red Hat Mono"/>
              </a:rPr>
              <a:t># appended to each Deployment's environment by a JSON patch</a:t>
            </a:r>
          </a:p>
          <a:p>
            <a:pPr algn="l" indent="0" marL="0">
              <a:lnSpc>
                <a:spcPct val="110000"/>
              </a:lnSpc>
              <a:buNone/>
            </a:pPr>
            <a:r>
              <a:rPr lang="en-US" sz="1100" dirty="0">
                <a:solidFill>
                  <a:srgbClr val="E6E6E6"/>
                </a:solidFill>
                <a:latin typeface="Red Hat Mono"/>
                <a:cs typeface="Red Hat Mono"/>
              </a:rPr>
              <a:t>- name: DATABASE_URL</a:t>
            </a:r>
          </a:p>
          <a:p>
            <a:pPr algn="l" indent="0" marL="0">
              <a:lnSpc>
                <a:spcPct val="110000"/>
              </a:lnSpc>
              <a:buNone/>
            </a:pPr>
            <a:r>
              <a:rPr lang="en-US" sz="1100" dirty="0">
                <a:solidFill>
                  <a:srgbClr val="E6E6E6"/>
                </a:solidFill>
                <a:latin typeface="Red Hat Mono"/>
                <a:cs typeface="Red Hat Mono"/>
              </a:rPr>
              <a:t>  value: "postgres://$(PG_USER):$(PG_PASSWORD)@cndp-postgres-rw:5432/appdb"</a:t>
            </a:r>
          </a:p>
          <a:p>
            <a:pPr algn="l" indent="0" marL="0">
              <a:lnSpc>
                <a:spcPct val="110000"/>
              </a:lnSpc>
              <a:buNone/>
            </a:pPr>
            <a:r>
              <a:rPr lang="en-US" sz="1100" dirty="0">
                <a:solidFill>
                  <a:srgbClr val="E6E6E6"/>
                </a:solidFill>
                <a:latin typeface="Red Hat Mono"/>
                <a:cs typeface="Red Hat Mono"/>
              </a:rPr>
              <a:t>- name: KAFKA_BOOTSTRAP</a:t>
            </a:r>
          </a:p>
          <a:p>
            <a:pPr algn="l" indent="0" marL="0">
              <a:lnSpc>
                <a:spcPct val="110000"/>
              </a:lnSpc>
              <a:buNone/>
            </a:pPr>
            <a:r>
              <a:rPr lang="en-US" sz="1100" dirty="0">
                <a:solidFill>
                  <a:srgbClr val="E6E6E6"/>
                </a:solidFill>
                <a:latin typeface="Red Hat Mono"/>
                <a:cs typeface="Red Hat Mono"/>
              </a:rPr>
              <a:t>  value: "cndp-kafka-bootstrap:9092"</a:t>
            </a:r>
          </a:p>
          <a:p>
            <a:pPr algn="l" indent="0" marL="0">
              <a:lnSpc>
                <a:spcPct val="110000"/>
              </a:lnSpc>
              <a:buNone/>
            </a:pPr>
            <a:r>
              <a:rPr lang="en-US" sz="1100" dirty="0">
                <a:solidFill>
                  <a:srgbClr val="8FB98F"/>
                </a:solidFill>
                <a:latin typeface="Red Hat Mono"/>
                <a:cs typeface="Red Hat Mono"/>
              </a:rPr>
              <a:t># memory: requests 128Mi, limits 256Mi</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txBody>
          <a:bodyPr/>
          <a:p/>
        </p:txBody>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a:cs typeface="Red Hat Mono"/>
              </a:rPr>
              <a:t># from examples/05-event-driven/, with no other profile or container running</a:t>
            </a:r>
          </a:p>
          <a:p>
            <a:pPr algn="l" indent="0" marL="0">
              <a:lnSpc>
                <a:spcPct val="110000"/>
              </a:lnSpc>
              <a:buNone/>
            </a:pPr>
            <a:r>
              <a:rPr lang="en-US" sz="1100" dirty="0">
                <a:solidFill>
                  <a:srgbClr val="E6E6E6"/>
                </a:solidFill>
                <a:latin typeface="Red Hat Mono"/>
                <a:cs typeface="Red Hat Mono"/>
              </a:rPr>
              <a:t>k8s/setup-profile.sh        # create cndp-k8s; check the published ports</a:t>
            </a:r>
          </a:p>
          <a:p>
            <a:pPr algn="l" indent="0" marL="0">
              <a:lnSpc>
                <a:spcPct val="110000"/>
              </a:lnSpc>
              <a:buNone/>
            </a:pPr>
            <a:r>
              <a:rPr lang="en-US" sz="1100" dirty="0">
                <a:solidFill>
                  <a:srgbClr val="E6E6E6"/>
                </a:solidFill>
                <a:latin typeface="Red Hat Mono"/>
                <a:cs typeface="Red Hat Mono"/>
              </a:rPr>
              <a:t>k8s/build-images.sh go      # docker build, then minikube image load</a:t>
            </a:r>
          </a:p>
          <a:p>
            <a:pPr algn="l" indent="0" marL="0">
              <a:lnSpc>
                <a:spcPct val="110000"/>
              </a:lnSpc>
              <a:buNone/>
            </a:pPr>
            <a:r>
              <a:rPr lang="en-US" sz="1100" dirty="0">
                <a:solidFill>
                  <a:srgbClr val="E6E6E6"/>
                </a:solidFill>
                <a:latin typeface="Red Hat Mono"/>
                <a:cs typeface="Red Hat Mono"/>
              </a:rPr>
              <a:t>k8s/deploy.sh go            # Strimzi, Kafka, Postgres, LGTM, then the overlay</a:t>
            </a:r>
          </a:p>
          <a:p>
            <a:pPr algn="l" indent="0" marL="0">
              <a:lnSpc>
                <a:spcPct val="110000"/>
              </a:lnSpc>
              <a:buNone/>
            </a:pPr>
            <a:r>
              <a:rPr lang="en-US" sz="1100" dirty="0">
                <a:solidFill>
                  <a:srgbClr val="E6E6E6"/>
                </a:solidFill>
                <a:latin typeface="Red Hat Mono"/>
                <a:cs typeface="Red Hat Mono"/>
              </a:rPr>
              <a:t>RUNTIME=kubernetes BASE=http://127.0.0.1:30080 ./verify.sh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all six languages, a fresh namespace for each</a:t>
            </a:r>
          </a:p>
          <a:p>
            <a:pPr algn="l" indent="0" marL="0">
              <a:lnSpc>
                <a:spcPct val="110000"/>
              </a:lnSpc>
              <a:buNone/>
            </a:pPr>
            <a:r>
              <a:rPr lang="en-US" sz="1100" dirty="0">
                <a:solidFill>
                  <a:srgbClr val="E6E6E6"/>
                </a:solidFill>
                <a:latin typeface="Red Hat Mono"/>
                <a:cs typeface="Red Hat Mono"/>
              </a:rPr>
              <a:t>OUT=/tmp/cndp-k8s-matrix k8s/verify-matrix.sh</a:t>
            </a:r>
          </a:p>
          <a:p>
            <a:pPr algn="l" indent="0" marL="0">
              <a:lnSpc>
                <a:spcPct val="110000"/>
              </a:lnSpc>
              <a:buNone/>
            </a:pPr>
            <a:r>
              <a:rPr lang="en-US" sz="1100" dirty="0">
                <a:solidFill>
                  <a:srgbClr val="E6E6E6"/>
                </a:solidFill>
                <a:latin typeface="Red Hat Mono"/>
                <a:cs typeface="Red Hat Mono"/>
              </a:rPr>
              <a:t/>
            </a:r>
          </a:p>
          <a:p>
            <a:pPr algn="l" indent="0" marL="0">
              <a:lnSpc>
                <a:spcPct val="110000"/>
              </a:lnSpc>
              <a:buNone/>
            </a:pPr>
            <a:r>
              <a:rPr lang="en-US" sz="1100" dirty="0">
                <a:solidFill>
                  <a:srgbClr val="8FB98F"/>
                </a:solidFill>
                <a:latin typeface="Red Hat Mono"/>
                <a:cs typeface="Red Hat Mono"/>
              </a:rPr>
              <a:t># clean up: the namespace, the Strimzi release and its CRDs; then stop the profile</a:t>
            </a:r>
          </a:p>
          <a:p>
            <a:pPr algn="l" indent="0" marL="0">
              <a:lnSpc>
                <a:spcPct val="110000"/>
              </a:lnSpc>
              <a:buNone/>
            </a:pPr>
            <a:r>
              <a:rPr lang="en-US" sz="1100" dirty="0">
                <a:solidFill>
                  <a:srgbClr val="E6E6E6"/>
                </a:solidFill>
                <a:latin typeface="Red Hat Mono"/>
                <a:cs typeface="Red Hat Mono"/>
              </a:rPr>
              <a:t>k8s/teardown.sh --operator</a:t>
            </a:r>
          </a:p>
          <a:p>
            <a:pPr algn="l" indent="0" marL="0">
              <a:lnSpc>
                <a:spcPct val="110000"/>
              </a:lnSpc>
              <a:buNone/>
            </a:pPr>
            <a:r>
              <a:rPr lang="en-US" sz="1100" dirty="0">
                <a:solidFill>
                  <a:srgbClr val="E6E6E6"/>
                </a:solidFill>
                <a:latin typeface="Red Hat Mono"/>
                <a:cs typeface="Red Hat Mono"/>
              </a:rPr>
              <a:t>minikube stop -p cndp-k8s</a:t>
            </a:r>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