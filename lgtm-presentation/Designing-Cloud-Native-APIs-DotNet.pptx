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come from AddHealthChecks and MapHealthChecks in Example 01: /healthz is liveness (am I alive? if not, restart me, and Kubernetes kills the Pod) and runs no dependency check; /readyz is readiness (can I serve? if not, take me out of rotation but don't kill me): its check is AddDbContextCheck, which asks the EF Core context whether it can reach Postgres, and when that fails the endpoint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 ResponseWriter keeps the bodies identical in every language, so each stack serves the same paths and JSON; the package is Microsoft.Extensions.Diagnostics.HealthChecks.EntityFrameworkCore.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BackgroundService that runs a Confluent.Kafka consumer loop; the host cancels its stoppingToken on shutdown.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OutboxEvent entity manually as shown, where one SaveChangesAsync commits the order and the outbox row in a single transaction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each consumer is a BackgroundService in a Worker SDK host: the host cancels its stoppingToken on SIGTERM, and the handler looks the order up before inserting, with the unique index on order_id as the backstop, so a redelivered record is processed once.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is a BackgroundService in a Worker SDK host; it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read through IConfiguration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in its simplest .NET form: one SemaphoreSlim per tenant, created on first use. A tenant that floods the service fills only its own five slots and waits; other tenants keep their capacity.</a:t>
            </a:r>
            <a:endParaRPr/>
          </a:p>
          <a:p>
            <a:pPr indent="0" lvl="0" marL="0" rtl="0" algn="l">
              <a:lnSpc>
                <a:spcPct val="100000"/>
              </a:lnSpc>
              <a:spcBef>
                <a:spcPts val="0"/>
              </a:spcBef>
              <a:spcAft>
                <a:spcPts val="0"/>
              </a:spcAft>
              <a:buSzPts val="1400"/>
              <a:buNone/>
            </a:pPr>
            <a:r>
              <a:rPr lang="en-US"/>
              <a:t>Polly 8 offers the same isolation as a pipeline strategy: AddConcurrencyLimiter (Polly.RateLimiting) with a permit limit and a queue limit, one pipeline per tenant, combined with a timeout so a slow downstream fails fast. Microsoft.Extensions.Http.Resilience can attach such pipelines to named HttpClients.</a:t>
            </a:r>
            <a:endParaRPr/>
          </a:p>
          <a:p>
            <a:pPr indent="0" lvl="0" marL="0" rtl="0" algn="l">
              <a:lnSpc>
                <a:spcPct val="100000"/>
              </a:lnSpc>
              <a:spcBef>
                <a:spcPts val="0"/>
              </a:spcBef>
              <a:spcAft>
                <a:spcPts val="0"/>
              </a:spcAft>
              <a:buSzPts val="1400"/>
              <a:buNone/>
            </a:pPr>
            <a:r>
              <a:rPr lang="en-US"/>
              <a:t>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Example 17 resumes RUNNING sagas from an IHostedService at startup by calling AdvanceAsync again, and a BackgroundService with PeriodicTimer (or Quartz.NET on a cron) plus DistributedLock does the same continuously,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PlaceOrderUseCase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minimal-API endpoint is a thin driving adapter — turn the HTTP body into a command and call the use case; a gRPC service or HotChocolate resolver is the same shape. The outbound ports are implemented by adapters (EfOrderRepository over an EF Core OrdersContext for persistence, a log publisher in the example and a Kafka publisher on Confluent.Kafka in production)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already turns SIGTERM into a graceful stop, so Example 21 keeps it and adds the drain as one more hosted service. DrainService implements IHostedLifecycleService, and the host runs every StoppingAsync before any StopAsync. In StoppingAsync the service flips ShutdownState, so the ShutdownHealthCheck behind /readyz answers 503 and the Service stops routing, then waits DRAIN_DELAY_SECONDS (5 s, read through IConfiguration; it plays the part of a preStop sleep) while the endpoint removal propagates; /healthz stays 200 and Kestrel keeps serving. Kestrel then stops accepting and finishes in-flight requests in its StopAsync, all bounded by HostOptions.ShutdownTimeout (20 s here; the default is 30 s). The host disposes the DbContext services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EF Core 10.0.12 with Npgsql.EntityFrameworkCore.PostgreSQL 10.0.3, HybridCache 10.10.0,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typed HttpClients (IHttpClientFactory) + StackExchange.Redis + Confluent.Kafka,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HybridCache (Microsoft.Extensions.Caching.Hybrid) for the read-through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Cache-aside as Example 25 runs it: the handler owns the three steps on a StackExchange.Redis client, because the steps are the lesson. SafeCacheGet and SafeCacheSet swallow Redis failures, so a Redis outage falls back to the EF Core query and the read still works (the verify script stops Redis to prove it). The handler tries the cache first, queries EF Core on a miss, populates the cache with a 60-second TTL and tags the answer with its source. The PUT path updates the row with ExecuteUpdateAsync and then removes the cache entry: invalidate-on-write. IDistributedCache is the Microsoft.Extensions.Caching abstraction behind HybridCache on the read-through slide, which adds typed access and stampede protection.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HybridCache (Microsoft.Extensions.Caching.Hybrid, MIT) is the in-box answer: it gives you GetOrCreateAsync with a factory function (the loader), built-in stampede protection and L1+L2 layering (in-memory plus a distributed cache such as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with more features: FusionCache (MIT, open-source) adds fail-safe stale fallback, eager refresh and a backplane.</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HybridCache (Microsoft.Extensions.Caching.Hybrid, MIT) is the in-box answer for declarative read-through caching: a two-level cache with an in-process L1 and any IDistributedCache as L2, here Redis through AddStackExchangeRedisCache. The registration sets a 60-second expiry for both levels. The endpoint calls GetOrCreateAsync with a loader that runs only on a cache miss, and HybridCache's built-in concurrency control ensures that if 100 concurrent requests hit the same missing key, the loader runs once and the other 99 await the result: no thundering herd. The loader also sets a flag, so the response reports source db for the request that loaded the value and cache for the others. A missing product returns null, which the endpoint removes from the cache again so a later insert is visible at once. When Redis is unreachable, HybridCache logs the L2 failure and still runs the loader. The trade against a hand-written cache-aside: a library dependency, in exchange for typed values, serialization and stampede protection. Alternative: FusionCache (MIT) adds fail-safe stale fallback, eager refresh and a backplane for multi-Pod L1 invalidation.</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is Example 25: update the row through EF Core, read it back, then SET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HybridCache.GetOrCreateAsync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BackgroundService registered with AddHostedService, so the host starts it and cancels it on shutdown; each cycle SPOPs up to 100 dirty ids at once. SPOP is the right primitive: it removes and returns elements in one call, so two flusher instances would each get a distinct subset of ids and horizontal scale works. Each id is upserted with one ExecuteSqlAsync statement,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HybridCache collapses concurrent misses within each Pod out of the box; across Pods,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HybridCache over the Redis IDistributedCache is the in-box stack: read-through with stampede protection via GetOrCreateAsync, write-through via SetAsync. FusionCache is the alternative when you need fail-safe stale fallback, eager refresh or a backplane for multi-Pod L1 invalidation. Drop to IDistributedCache directly when you want full control. Write-around for telemetry. Write-back is the niche extreme-throughput pattern. The bold final line is the take-home: don't pick one pattern as 'the' cache strategy; choose per read path.</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The default ConsoleLifetime turns the single SIGTERM into a graceful stop, and DrainService, a hosted service, runs first: its StoppingAsync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StoppingAsync returns and Kestrel stops accepting and finishes in-flight requests within HostOptions.ShutdownTimeout (20 s), the host disposes its services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EF Core health 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builder.Services.AddDbContext&lt;OrdersContext&gt;(o =&gt; o.UseNpgsql(connString)); // factor III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builder.Services.AddHealthChecks()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.AddDbContextCheck&lt;OrdersContext&gt;("database", tags: ["ready"]);  // readiness: can connect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app.MapHealthChecks("/healthz", new HealthCheckOptions               // liveness: process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_ =&gt; false,                                           // no dependency 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_) =&gt; ctx.Response.WriteAsJsonAsync(new { status = "ok"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app.MapHealthChecks("/readyz", new HealthCheckOptions                // readiness: 200 or 503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r =&gt; r.Tags.Contains("ready"),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report)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up = report.Status == HealthStatus.Healthy;               // down: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ctx.Response.WriteAsJsonAsync(new { status = up ? "ready" :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checks = new { database = up ? "ok"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BackgroundService on Confluent.Kafka, idempotent upsert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consumer.Consume(stoppingToken);   // in ExecuteAsync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stoppingToken);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(excerpt), examples/04-data/dotnet: EF Core + Debezium CDC, the .NET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request, OrdersContext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 { Id = Guid.NewGuid().ToString(), Sku = request.Sku,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Quantity = request.Quantity, Status = "confirmed"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dto = OrderDto.From(order);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OutboxEvent                 // same SaveChanges: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JsonSerializer.SerializeToElement(dto, JsonSerializerOptions.Web),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one local txn; Debezium tails the WAL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Results.Json(dto, statusCode: StatusCodes.Status201Created);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ShipmentWorker : BackgroundService; the host cancels stoppingToken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config.GetValue("KAFKA_BOOTSTRAP", "kafka:9094"),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"shipping-group",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consumer.Consume(stoppingToken);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HandleAsync(cr.Message.Value);   // exists? skip; unique index on order_id backs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StreamProcessor/RevenueStream.cs (excerpt), a BackgroundService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config).StartAsync(stoppingToken);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builder.Configuration.GetValue("VALET_SECRET",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SemaphoreSlim</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 with a SemaphoreSlim;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TenantBulkhead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SemaphoreSlim&gt; _sems =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Task&lt;T&gt; HandleAsync&lt;T&gt;(string tenant, Func&lt;Task&lt;T&gt;&gt; 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sem = _sems.GetOrAdd(tenant, _ =&gt; new SemaphoreSlim(5));   // 5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sem.WaitAsync();               // blocks only this tenant when full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return await work();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 { sem.Release();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Polly 8 alternative: ResiliencePipelineBuilder().AddConcurrencyLimiter(permitLimit,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queueLimit) per tenant, from the Polly.RateLimiting package.</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SagaEngine.cs (excerpt), examples/17-sagas/dotnet: one durable step per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AdvanceAsync(string sagaId, CancellationToken ct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db = await dbFactory.CreateDbContextAsync(ct);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saga = (await db.Sagas.FromSql(                          // pessimistic row 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.ToListAsync(ct)).SingleOrDefault();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is not { Status: "RUNNING" }) { await tx.CommitAsync(ct); return; }  // idempotent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(saga.StepIndex &gt;= Steps.Length) saga.Status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saga.Context[step] = ExecuteStep(step, saga.Context);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                                   // the caller advances again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 FindByIdAsync, ...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PublishAsync(OrderPlaced evt);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PlaceOrderUseCase(IOrderRepository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ExecuteAsync(PlaceOrderCmd cmd)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order.Sku, order.Quantity));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driving adapter — REST; the CLI adapter calls the same use case on a plain Host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(PlaceOrderCmd cmd, PlaceOrderUseCase placeOrder)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Results.Json(OrderView.From(await placeOrder.ExecuteAsync(cmd)), statusCode: 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driven adapters (Adapters/): EfOrderRepository : IOrderRepository over an OrdersContext,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LogEventPublisher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log or Kafka publisher).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DrainService.cs (excerpt), examples/21-graceful-shutdown/dotnet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default ConsoleLifetime turns one SIGTERM into a graceful stop; the drain is a hosted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service step and HostOptions.ShutdownTimeout bounds the whole stop.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builder.Services.AddSingleton&lt;ShutdownState&gt;();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builder.Services.AddHostedService&lt;DrainService&gt;();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builder.Services.AddHealthChecks().AddCheck&lt;ShutdownHealthCheck&gt;("shutdown", tags: ["ready"]);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GET /readyz answers 503 once ShutdownState.ShuttingDown is set;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sealed class DrainService(ShutdownState state, IConfiguration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ILogger&lt;DrainService&gt; logger) : IHostedLifecycleService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StoppingAsync(CancellationToken cancellationToken)  // before StopAsync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state.MarkShuttingDown();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delay = TimeSpan.FromSeconds(config.GetValue("DRAIN_DELAY_SECONDS",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Task.Delay(delay, cancellationToken); }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(OperationCanceledException)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logger.LogInformation("shutting down HTTP server (in_flight={InFlight})",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3. Kestrel stops in StopAsync: no new requests, drains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4. the DbContext services are disposed with the host; exit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StoppingAsync waits DRAIN_DELAY_SECONDS, then Kestrel drains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Microsoft.Extensions.Diagnostics.HealthChecks.EntityFrameworkCore, OpenTelemetry.Extensions.Hosting. AddHealthChecks with AddDbContextCheck, MapHealthChecks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cache-aside on a Redis client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app.MapGet("/cache-aside/products/{pid}", async (string pid,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$"ca:product:{pid}";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   // 2. DB on a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JsonSerializer.Serialize(product, CacheJson.Options)); // 3. fill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pid).ExecuteUpdateAsync(s =&gt;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SafeCacheDelete($"ca:product:{pid}");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"cache-aside", action = "invalidated"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HybridCache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HybridCache + Redis (L2)</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HybridCache is read-through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builder.Services.AddStackExchangeRedisCache(o =&gt; o.Configuration = redisUrl);   // L2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builder.Services.AddHybridCache(o =&gt; o.DefaultEntryOptions = new HybridCacheEntryOptions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Expiration = 60 s, LocalCacheExpiration = 60 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CacheContext db, HybridCache cache)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$"rt:product:{pid}";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source =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cache.GetOrCreateAsync&lt;ProductDto?&gt;(key, async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source = "db";                                     // the loader ran: a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ProductDto.From(p)).FirstOrDefaultAsync(ct);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 await cache.RemoveAsync(key); return Results.NotFound();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Results.Json(Merge(source,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 write invalidates both levels: await cache.RemoveAsync(key)</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GetOrCreateAsync is read-through. The loader runs only on a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StackExchange.Redis</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write-through, DB first then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.ExecuteUpdateAsync(s =&gt; s.SetProperty(p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not null)                                // 2. cache second: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SafeCacheSet($"wt:product:{pid}",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JsonSerializer.Serialize(product, CacheJson.Options));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"write-through", action = "set"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writes skip the cache; reads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app.MapPost("/write-around/events", async (EventRequest request,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db.Events.Add(new EventRecord { Id = request.Id, Type = request.Type,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request.Payload ?? JsonSerializer.SerializeToElement(new {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"write-around", action = "db-only"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app.MapGet("/write-around/events/{eid}", async (string eid,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$"wa:event:{eid}";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evt = await db.Events.AsNoTracking().Where(e =&gt; e.Id == 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.Select(e =&gt; EventDto.From(e)).FirstOrDefaultAsync();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(evt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JsonSerializer.Serialize(evt, CacheJson.Options)); // 1st 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evt));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CacheWorkers.cs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MetricRequest request)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builder.Services.AddHostedService&lt;MetricFlusher&gt;();      // the flusher, started with the host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MetricFlusher : BackgroundService, in ExecuteAsync(CancellationToken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one ExecuteSqlAsync ON CONFLICT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logger.LogError(ex, "flush failed for {Id}", (string?)mid);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HybridCache (collapses concurrent misses per Pod),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(HybridCache.GetOrCreateAsync) — use when the read path is repetitive and you want declarative caching with built-in stampede protection. FusionCache adds fail-safe stale fallback and eager refresh.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(HybridCache.SetAsync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HybridCache is the in-box default for read-through with stampede protection; FusionCache adds fail-safe, eager refresh and a backplane; use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 (excerpt, example 21): the default ConsoleLifetime plus one hosted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builder.Services.AddSingleton&lt;ShutdownState&gt;();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builder.Services.AddHostedService&lt;DrainService&gt;();     // StoppingAsync runs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builder.Services.AddHealthChecks()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.AddCheck&lt;ShutdownHealthCheck&gt;("shutdown", tags: ["ready"])     // 503 once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.AddDbContextCheck&lt;OrdersContext&gt;("database", tags: ["ready"]);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DrainService.StoppingAsync, on the single SIGTERM: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state.MarkShuttingDown();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Task.Delay(delay, cancellationToken);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3. Kestrel stops in StopAsync and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app.MapHealthChecks("/healthz",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app.MapHealthChecks("/readyz", ...);                 // ready tag: shutdown + 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(OrderRequest request, OrdersContext db, ShutdownState state)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context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