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MassTransit + Confluent.Kafka for events, Streamiz.Kafka.Net for stream processing, Temporal .NET SDK for durable workflows (Stateless for the lightweight alternative), SignalR for WebSockets, OpenTelemetry .NET for observability — every library MIT or Apache 2.0. On Kubernetes with Kafka (Strimzi), Istio and KEDA. The platform around the code — Strimzi, Apicurio, OpenMetadata, the LGTM stack — is unchanged from any language choice; .NET 10 is just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 thirteen sections plus a short setup, and the deep-dive appendices at the end. The setup slide motivates why patterns matter in the age of AI. Sections 1–6 build the system from principles up through data and streaming; 7–13 cover the operational platform around it (workflows, management, registry, metadata, observability), then security as a first-class section, and close on anti-patterns. The appendices (A–L, plus a glossary) are backup material for the questions that always come up — protocols, versioning, WebSockets, sagas, errors, DDD, coupling, shutdown, L7 routing, monolith→microservices decomposition, and caching patterns. Tell the audience which sections you'll cover given the session length. The next slide reframes this as the narrative arc —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is deliberate: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there are four deep-dive appendices at the end (protocols, versioning, WebSockets, sagas) they can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 Claude, Claude Code, Cursor, Copilot, every frontier model — are now in production engineering workflows. They produce code very fluently. They will produce a microservices decomposition, a saga, a cache layer, a strangler fig wrapper, a CQRS write side — plausible enough to compile, deploy and run — from a one-sentence prompt.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 the focus of this deck — span services, data and runtime (sagas, caching, the strangler fig, outbox, decomposition, L7 routing). The four maxims are the philosophical spine. ‘Least-worst decision’: every architecture choice is a set of trades — latency for throughput, consistency for availability, simplicity for flexibility — and the job is not to find the optionless option but to make the trades visible and deliberate.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easy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previous slide. Three stacked boxes: design patterns at the bottom (Gang of Four — factory, strategy, observer, decorator, repository, etc.); architecture patterns in the middle (hexagonal, microservices, modular monolith, BFF, federation, pipes-and-filters, event-driven, layered); and at the top, system design patterns — the scope of this deck —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that follow you through the rest of the deck — every concrete choice you'll see is a deliberate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isn't a rejection of those patterns — it's a re-platforming where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bottom line below the table is the architectural shift to make explicit: you stop owning the host and start owning the code, because the platform now provides the host as a primitive. The pillars on the next slide are the rubric Kubernetes is enforcing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rest of the talk — every design decision later either earns or spends one of these properties. Tie back to the previous slide: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 OpenAPI, .proto, AsyncAPI — is agreed and registered before code is written, owned by the producing domain, and gated in CI. Consumers code against the contract and generated stubs, never against your database. Make the point that this is what actually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 don't recite the list; split it into the few factors you still write (config from the environment, stateless processes, fast clean startup and shutdown, logs as event streams) versus the many the platform now provides for free (build/release/run via images and GitOps, concurrency via KEDA, attached backing services). Note that in a microservices/event-driven world several factors deepen —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essentially predicted cloud-native a decade early; second, notice how many are now handled by the platform (build/release/run, concurrency, disposability, port binding, backing services) versus the few you still actively write (config from the environment, statelessness, logs as streams). That sets up the next slide, which maps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 not the traditional twelve-factor table, but a map of where each factor actually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 the cloud-native equivalent of web.config Transforms and ASP.NET configBuilders, but the cluster injects the values via ConfigMaps and Secrets instead of an MSDeploy package. Health checks are first-class: IHealthCheck instances are tagged 'live' or 'ready' and mapped to separate endpoints. Liveness asks 'am I alive? if not, restart me' (Kubernetes kills the Pod); readiness asks 'can I serve? if not, take me out of rotation but don't kill me' (Kubernetes removes the Pod from the Service endpoints). Getting these wrong is a top cause of cascading restarts — the same way wrong IIS app-pool ping settings used to crash apps under load. Bonus: the AspNetCore.HealthChecks.* community packages (MIT) ship probes for Postgres, Redis, Kafka, RabbitMQ, SQL Server, and 50+ other dependencies, so you almost never write your own. The .NET runtime side: this is published as a Linux container image (dotnet publish -t:PublishContainer in .NET 8+),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next slides give you a decision rule and then show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 not /GetOrder?id=123 like an .asmx service; (2) request contracts validated declaratively — records with [Required], [Range], or FluentValidation rules, so bad input never reaches your logic; (3) correct status codes —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next slide shows the actual config.</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Crucially, the services stay unaware of each other — the gateway owns the composition. Contrast this with services calling services, which we'll warn against on the patterns slide. Next slide shows the resolver code.</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quietly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we explicitly avoid: Azure SignalR Service (cloud-coupled, paid), Azure App Service hosting (Kubernetes is the deployment target), Azure Static Web Apps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arguably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 Command Query Responsibility Segregation —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 either domain events emitted by the write side, or the database commit log itself via CDC (the next slide). The cost: eventual consistency — there is a small lag between the write committing and the read model catching up. The benefit: each side can scale, schema-evolve and even be stored independently. Use this pattern when reads and writes have GENUINELY different shapes and access patterns. Avoid it when a single store happily handles both —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 we cover both distinctions in section 5.</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Two ApiControllers: OrderWriteController handles writes via WriteDb (EF Core context wired to the write database), OrderReadController handles reads via ReadDb (a separate context wired to the read database — could be a different Postgres, an Elasticsearch via a custom provider, or anything). MassTransit's IPublishEndpoint emits the OrderCreatedEvent which routes to Kafka, RabbitMQ, or Azure Service Bus depending on transport configuration. The projection is a MassTransit IConsumer&lt;OrderCreatedEvent&gt; that updates the read model — the SaveChangesAsync is idempotent because we use Update (or you'd use ON CONFLICT semantics via a database-specific upsert). Different scaling for read vs write side.</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(next slide) work: Change Data Capture, or CDC. The application writes ordinary SQL. The database commits and the change lands in the write-ahead log (WAL on Postgres, redo log on Oracle, binlog on MySQL, transaction log on SQL Server). Debezium — an Apache 2.0 open-source project running as a set of Kafka Connect connectors —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we get to the outbox slides: the outbox is just a deliberate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Next slide is the actual transaction.</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OutboxEntry entity manually as shown (Postgres/SQL Server + the Debezium Outbox Event Router single-message transform handles the unwrap on the connector side); OR use MassTransit's built-in transactional outbox, which gives you the same guarantees with framework-managed plumbing — we'll see MassTransit for events on the next section.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 payment fails — you don't roll back; you run compensating actions for the steps that already committed (cancel the order). Flag that Appendix D goes deep on saga state, compensation and a genuinely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is what truly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this audience MassTransit lands as 'BizTalk for the open-source cloud-native era' — one programming model that abstracts over Kafka, RabbitMQ, Azure Service Bus, and Amazon SQS. The IConsumer&lt;T&gt; interface replaces what you'd have done with a BizTalk orchestration receive shape or a Windows Service polling MSMQ. Two things to drill home: (1) we ack only AFTER the work succeeds — if you ack before and then crash, you've lost the work. Because we ack after, a crash mid-handler means redelivery, so delivery is at-least-once and your handlers MUST be idempotent (dedupe by message id or an idempotency key). Exactly-once is mostly at-least-once plus idempotency. (2) MassTransit handles the Kafka consumer-group, offset commits, retry policies, faulted-message routing and even has a built-in transactional outbox — you almost never touch Confluent.Kafka directly unless you need stream processing (Section 6) or very low-level control. The alternative if MassTransit is too opinionated: KafkaFlow (MIT) is lighter; Silverback (MIT) has strong schema-registry integration; or plain Confluent.Kafka if you want zero abstraction.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just as much as REST and gRPC do — arguably more, because consumers are anonymous and you can't just call them to coordinate. The schema (Avro, Protobuf or JSON Schema) lives in Apicurio. Producers and consumers fetch it; compatibility is checked at publish time so a breaking change is rejected before it ever reaches the topic. This is what makes adding-a-consumer-safely actually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 sourcing is a deliberate choice for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tools, four different jobs. KAFKA is the SUBSTRATE — a partitioned, ordered, durable log. Consumers track their own offsets and can replay. It's the de facto event spine for cloud-native architectures; Strimzi runs it natively on Kubernetes. PULSAR is also substrate —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 not a transport layer at all,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 a visual dataflow / ETL tool with 200+ source-and-sink connectors and back-pressure built in. Think of it as the answer to 'I need to get data from SFTP to Kafka to S3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aren't deleted when read — they're retained, and each consumer group tracks its own offset. That means replay is just rewinding an offset: a new consumer can process all of history, and a buggy consumer can be fixed and replayed. This is the foundation for event sourcing and for rebuilding stream-processing state, which is the next section.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 filtering, joining, windowing, aggregating —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where .NET pulls level with the JVM: Streamiz.Kafka.Net is an MIT-licensed .NET rewrite of Kafka Streams, very actively maintained (1.8.0 shipped March 2026, ~990K NuGet downloads). Same Topology / state-store / changelog model, same windowing primitives (tumbling, hopping, session, sliding), native C# all the way down. The Materialized state store is the key idea: the per-merchant running total is local RocksDB, but it's backed by a Kafka changelog topic, so if the Pod dies the state rebuilds by replaying the changelog — fault-tolerant local state with no external database in the hot path. Run the KafkaStream as an IHostedService in your ASP.NET Core app, and it joins/leaves the consumer group on graceful shutdown automatically. The 5-minute tumbling window buckets the aggregation by time. For this audience: this is the stream-processing slot you'd previously have filled with SQL Server Service Broker activation procedures or a hand-rolled Windows Service consuming MSMQ — except now it's a horizontally-scalable, fault-tolerant streaming computation that KEDA can scale on lag. The alternative if Streamiz doesn't fit: Apache Flink in a separate cluster, called over Kafka from .NET; Akka.NET Streams (Apache 2.0) for in-process reactive streams; or Orleans Streams (MIT) if you're already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 how far behind the log it is — not CPU. KEDA reads that lag and scales workers up, and crucially down to zero when there's no lag. For synchronous HTTP services, the KEDA http-add-on scales on request concurrency/rate. One mechanism, two signals. Scale-to-zero is a real cost lever for spiky workloads. The next slide shows both configs.</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isn't a synchronous request at all — it's a multi-step business process, or batch and scheduled work. This section covers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 easy to follow and observe, but the coordinator can become a god-service. Choreography: each service reacts to the previous one's event with no central brain — maximally decoupled, but the end-to-end flow is emergent and hard to see. Neither is universally right; the next slide gives the selection criteria.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isn't a product you buy — it's four cooperating concerns: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what's actually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 add optional fields and new endpoints, never repurpose or silently remove.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Next slide shows the CI gate that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 OpenAPI specs, the Apicurio registry, Kafka topics, Postgres schemas —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Next slide lists what consumers actually get from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only become powerful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 Tempo for traces, Mimir/Prometheus for metrics, Loki for logs — and Grafana joins them. The magic is the shared trace_id linking a metric spike to the exact traces and logs behind it. Next slide shows the instrumentation,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actually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for free along the same mechanism —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the user specifically asked for: distinguish auto-INJECTION from auto-INSTRUMENTATION from MANUAL instrumentation — three things people conflate. Manual: you call the tracer API yourself; necessary for domain operations. Auto-instrumentation: the OTel instrumentation libraries (or a language agent) wrap known frameworks — your HTTP handler, your DB driver, your Kafka client all emit spans without you touching them. Auto-injection: a Kubernetes-level mechanism — the OpenTelemetry Operator sees a pod annotation and injects the language agent + config as an init container / env vars at admission time, so you don't even put the agent in your image. Per-language specifics: Python — 'opentelemetry-instrument' wrapper or the operator injects it; instrumentation packages per library. Java/Quarkus — the OTel Java agent (-javaagent) auto-instruments everything; Quarkus also has build-time OTel extension. Spring — Micrometer Tracing + the OTel bridge, or the Java agent. .NET —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is a first-class implementation of the OTel spec, and the .NET runtime itself was designed for it — System.Diagnostics.ActivitySource is the OTel-equivalent type baked into the BCL since .NET 6, so 'starting a span' has zero extra dependencies. The Add*Instrumentation calls plug in auto-instrumentation for the framework hot paths: every HTTP request handled by ASP.NET Core, every outbound HttpClient call, every gRPC stub invocation, every EF Core query — all emit spans with W3C Trace Context propagation. AddRuntimeInstrumentation gets you GC, threadpool, exception and allocation metrics out of the box (which is where Windows perf counters land in this model). For custom business operations: declare a static ActivitySource once and start activities anywhere with 'using var activity = source.StartActivity(...)' — the using ensures it's stopped when the scope exits. The OTLP exporter ships everything to the Collector keyed by trace_id, then Tempo/Mimir/Loki/Grafana correlate it. The trade for this audience: this REPLACES Windows performance counters, ETW providers, the Event Log, and bespoke logging libraries with one model that works the same on Linux containers, in CI, in dev,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.NET, baggage lives on System.Diagnostics.Activity (which is what OpenTelemetry .NET builds on — an Activity IS a span). AddBaggage at the edge in middleware; the OTel SDK propagates it via the W3C baggage header on every downstream call (HttpClient, gRPC, MassTransit to Kafka) automatically. A downstream MassTransit consumer reads Activity.Current.GetBaggageItem('tenant_id') with no explicit plumbing. Note the distinction in .NET: AddBaggage propagates across services (on the wire); SetTag (span attributes) does NOT propagate but IS recorded on the span for querying. The idiom is to read baggage and re-tag it on the local span so it's filterable in the trace UI. Caution: baggage is on the wire to every downstream hop —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Note that metrics and logs are usually NOT sampled the same way —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is the most powerful: because the Collector sees the whole trace before deciding, it can guarantee you keep every error and every slow request, which is exactly the traces you actually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the user asked for: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 you don't need a heavy framework to validate this architecture. curl and Postman exercise REST contracts and check status codes and pagination. hey throws quick HTTP load so you can watch latency and error rate and literally see the KEDA http-add-on add replicas. ghz is the gRPC load tester —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the layer below it is not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 IAM, VPC, KMS, audit logs, region selection — owned by the platform team or cloud admin. Cluster is the Kubernetes layer — RBAC, NetworkPolicy, Pod Security Standards, admission control — owned by platform/SRE. Container is the workload — minimal base images, non-root users, signed images, vulnerability scanning, secret mounting — owned jointly by app teams and platform. Code is the innermost — secure defaults, input validation, dependency scanning, secrets handling — owned by app teams. The point of the concentric metaphor: a weakness in any layer leaks into the inner ones. Strong code on a weak container is still vulnerable. Strong container on a weak cluster is still vulnerable. We design controls at all four. The next slide covers what each layer's controls actually are.</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an S3 bucket open'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next slide opens the pattern catalog —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Note that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next slides alternate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is powerful: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only works if the app actually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service to validate tokens (S3, Azure Blob, GCS all do); the token's permissions and TTL must be carefully scoped — a leaked token still has its window. The canonical implementations: S3 pre-signed URLs (15-minute upload tokens for a specific bucket+key+method), Azure SAS tokens (Shared Access Signatures with per-resource scoping), GCS signed URLs, AWS STS AssumeRole with a tight scoping policy. The next slide shows the code.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[Authorize(Roles=...)] enforces RBAC at the action; User.Identity carries the authenticated principal. IAmazonS3 from the AWS SDK for .NET (registered via AWSSDK.Extensions.NETCore.Setup) generates the pre-signed URL. The Verb, ContentType and Expires are all enforced by S3 on the PUT itself — the application is out of the data path. For Azure-native shops the equivalent is Azure Blob SAS tokens via BlobSasBuilder; same valet-key semantics, different SDK.</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 once an attacker is in, they move laterally trivially.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Auth0, Azure AD, Google Workspace),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Equivalent Kyverno expression is much more YAML-native if your team prefers it; Rego is more powerful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 connection pools, thread pools, async semaphores, queues —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is the modern .NET fault-tolerance composition. AddConcurrencyLimiter is the bulkhead — PermitLimit caps concurrent in-flight work; QueueLimit caps waiting work; further requests are rejected immediately. Combined with AddTimeout to fail fast on slow downstream. For per-tenant isolation, cache one pipeline per tenant in a ConcurrentDictionary; each tenant gets its own concurrency budget. Microsoft.Extensions.Http.Resilience can also register pipelines onto named HttpClients via AddHttpClient(...).AddResilienceHandler(...). At the platform layer, Istio (if you run with mesh) gives you connection-pool-level bulkheading per destination, complementing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(S3, Azure Blob, GCS)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 you don't push 50MB messages through the message bus — but in this section we frame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IAmazonS3 (AWS SDK for .NET) is registered via AWSSDK.Extensions.NETCore.Setup in Program.cs. The publisher PUTs the payload to S3 with AES256 server-side encryption, then publishes only a ClaimTicket via MassTransit's IPublishEndpoint (which routes to Kafka, RabbitMQ, or Azure Service Bus depending on transport configuration). The consumer is an IConsumer&lt;ClaimTicket&gt; that fetches the payload from S3 and processes it. The audit trail is on S3 (CloudTrail GetObject events with the principal that fetched), not on the message bus — better for compliance reporting.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deliberately included — every pattern is a trade. Sidecar costs a container per Pod (a few MB of memory, a couple hundred ms of startup); for most systems the security uniformity makes it worth that. Valet key requires storage-side validation — S3, Azure Blob, GCS all support it natively, so the cost is usually just understanding the SDK.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real production systems use all seven, in deliberate combinations per concern — not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next slide turns these into positive heuristics.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they're really one —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Tell people the slides and these references are enough to actually build the system, not just talk about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four appendices that follow are deep-dive backup material — pull them up on demand during Q&amp;A, or work through them directly if you're running the full-length session. They cover the questions that always come up: how the three protocols really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The ACL ambiguity is worth flagging out loud: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SAS is Azure's valet-key token;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actually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really arguments about which mental model fits the problem — and often the answer is different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 no field selection, but extremely fast.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actually travels,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said plainly.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 'we're a gRPC shop' or 'everything is GraphQL' — is itself an anti-pattern, because you'll be paying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arguably breaks REST's idea that a URL identifies a resource, not a representation. Query param: easy to default but muddies caches. Custom header: keeps URLs clean but is invisible and easy to forget. Media-type versioning (Accept: application/vnd.acme.order.v2+json): content negotiation, the URL stays stable and identifies the resource, the representation is what's versioned — this is the genuinely RESTful approach. The honest take: URI versioning is the most common because it's pragmatic; media-type is the most correct. Know which you're choosing and why. Code on the next slide.</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a versioning library since the early Core days; in .NET 8+ it lives under the Asp.Versioning namespace (Apache 2.0, hosted by the .NET Foundation). The strategy is pluggable: MediaTypeApiVersionReader picks the version from the Accept media-type (the most RESTful choice), and you can swap in UrlSegmentApiVersionReader (path /v2/orders), QueryStringApiVersionReader, or HeaderApiVersionReader without changing your handlers. There's one URL for the order resource — it never changes. Two handler registrations share the path but declare different versions; ASP.NET Core's content negotiation routes to the right one based on the Accept header. New clients ask for the v2 media type and get the currency field; old clients send the default and get v1, completely unaffected. Contrast with /v2/orders, where you've now got two URLs for the same underlying thing. The OrderV1 / OrderV2 records are explicit representation DTOs — exactly the pattern that keeps your wire contract decoupled from your domain entity (a discipline WCF DataContracts taught you, but for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 so we reserve both its tag number (4) AND its name, permanently, so nobody can ever reuse them and silently corrupt old data on the wire. We add currency and state as brand-new fields with new tag numbers; old clients simply ignore unknown fields, new clients read them — that's forward and backward compatibility for free.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 existing queries are unaffected because they didn't ask for the new field); mark superseded fields @deprecated with a reason and a pointer to the replacement, while still serving them; WATCH field-level usage metrics to see who still queries the old field and drive their migration; and only RETIRE — the single breaking step —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 nothing breaks — but the deprecation shows up in introspection, in any IDE plugin that reads the schema, and in HotChocolate's bundled GraphQL IDE (called Banana Cake Pop / Nitro)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Three protocols, three genuinely different answers to the same problem.</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tackles the protocol we deliberately left out of the main interaction-styles discussion, because it behaves so differently on Kubernetes. WebSockets are long-lived, stateful and pinned to a Pod — the opposite of the stateless request model the platform assumes. We'll build one with SignalR (the de-facto .NET WebSocket library), see why it fights scaling, fix it with a Redis backplane (no Azure SignalR Service), make it fast and versioned with MessagePack, and make it survivable with reconnection. Then we close on Blazor — because Blazor Server sits on the SignalR pinning side of this discussion, and Blazor WebAssembly sits on the opposite side; both run on Kubernetes as plain ASP.NET Core Pods.</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SignalR is .NET's WebSocket framework and one of the best in any language. The Hub abstraction handles a lot for you: connection lifecycle (OnConnectedAsync, OnDisconnectedAsync), heartbeats, automatic JSON/MessagePack protocol negotiation, transport fallback (WebSockets → Server-Sent Events → long polling), client-callable methods (RPC-style invocation), and server-pushed Groups. The client SDK (JavaScript, .NET, Java, Swift) gives you automatic reconnection with backoff out of the box — which is more than you'd typically build by hand. But point hard at the implicit state: the Groups dictionary, the connection registry, the per-connection heartbeats all live in THIS Pod's memory. SignalR's strength is the framework leans into per-Pod state by default — which is also why it scales poorly without a backplane. Every Hub instance is created per-invocation (transient) but the connection bookkeeping lives in the Pod-scoped IHubContext. The next few slides cover the pinning problem and the Redis backplane fix — no Azure SignalR Service needed, the open-source Redis backplane is built in.</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 only new ones —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isn't to avoid scaling — it's to stop making any single pod the home of a conversation, which is the backplane.</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 the bold point — you scale on open-connection count and file descriptors and memory, not CPU, so your KEDA/HPA trigger has to change too. Every one of these is solved or eased by the backplane on the next slide.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 that's fine —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(Apache 2.0). When a publisher calls Clients.User("X").SendAsync(…), the message goes to the backplane without knowing which Pod holds X; the backplane fans it to all Pods, and the one Pod that actually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Notably: we do NOT use Azure SignalR Service — that's the cloud-coupled option; the OSS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SignalR negotiates a hub protocol per connection — JSON by default, MessagePack when both client and server have AddMessagePackProtocol() registered. MessagePack binary frames are markedly smaller and cheaper to parse than JSON, meaningful when pushing high-frequency updates to many connections. The MessagePack-CSharp library (MIT) is already a dependency of the SignalR MessagePack protocol, and its source-generator-driven serialization is fast enough that JSON is rarely the right choice for high-throughput hubs. Versioning: because WebSocket messages have no URL to hang a version on, you version the envelope. A Version field lets the client detect an incompatible payload format and renegotiate; the Type field dispatches to the right typed payload; and — critically for the next slide — a monotonic Seq number per connection is what makes reconnection and replay possible. So the envelope solves both 'make it fast' and 'how do I version a socket message' at once. SignalR also supports custom hub protocols if MessagePack isn't enough — you can plug in protobuf with a small adapter — but for &gt;95% of cases the built-in MessagePack option is the right call.</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that's easy to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 every button click — is a round-trip. Every component instance is pinned to one Pod for its session lifetime. Calls to inventory, payment, etc. happen server-to-server. Once you scale to N Pods, you need a Redis backplane (one line: AddStackExchangeRedis), and every pinning / connection-count / drain concern from this appendix applies in full — it IS a WebSocket workload, just one that drives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 server-side state, cookie auth, classic web app shape —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Azure. SignalR is in-box ASP.NET Core. The Redis backplane is the StackExchangeRedis package (Apache 2.0) against any Redis (or Valkey, or KeyDB). The static-file host can be nginx or ASP.NET Core's UseStaticFiles. Hosting on Kubernetes is just two Deployments and two Services. If your team is moving off Azure App Service to Kubernetes, you don't lose Blazor — you just stop paying for Azure SignalR Service and run Redis yourself, with the same throughput characteristics.</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actually keeps its state so it survives a crash, how compensation really works when a step fails midway, and a specific gnarly case people hit —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with EF Core — simplest, and great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a lighter in-process alternative we'll show side by side.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one I'd reach for first when the saga is bounded and I want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(remember that — it's the whole point of the data-dependency slide) and bumps the step index; the EF Core SaveChangesAsync makes the row durable after every step. Recovery is beautifully boring: a BackgroundService with PeriodicTimer (or Quartz.NET on a cron) plus DistributedLock loads RUNNING sagas and calls AdvanceAsync again — the cloud-native equivalent of a Windows Service that processed an MSMQ queue. If you want the managed alternative, the next few slides show Temporal .NET and Stateless — same problem,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 payment.charge, inventory.reserve — has a defined semantic inverse: payment.refund, inventory.release. When book_shipping fails, you don't undo a database transaction (the payment really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FAILED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If you use Temporal .NET instead, its Saga utility (Saga.AddCompensation / Saga.CompensateAsync via the Workflow runtime) drives the unwind for you with the same guarantees; the next few slides show it.</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specific case you asked about, and it's a genuinely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vs. lightweight in-process,' both open source, both production-grade. Temporal: founded by the original Cadence team, MIT-licensed Server and Apache-2.0 .NET SDK, very actively maintained (multi-language SDK family, mature .NET binding shipping on NuGet as Temporalio.Temporal). You get durable execution, deterministic replay, automatic retries with backoff, timers, sagas with built-in compensation helpers, child workflows, signals/queries, and a CLI/UI to inspect runs — the cost is operating a Temporal cluster on your own Kubernetes (no SaaS required, but you can choose Temporal Cloud if you prefer not to operate it yourself). Stateless: a tiny in-process .NET state-machine library (a community project, not from MS). No extra cluster; you persist the CurrentState property to your own DB (one column!), restore it before firing the next trigger. Better when the saga is small, the team is already deep in EF Core, and adding another runtime is overkill. MassTransit Sagas is the closely-related alternative when you're already using MassTransit — same Configure → States → Events pattern, integrated with the message bus. Dapr Workflows is mentioned as a sidebar because it's a genuine third option, but explicitly NOT the centre of this deck — use Dapr when your environment already commits to the sidecar pattern. The bold decision rule is what to leave audience with: it's not Temporal vs Stateless in a vacuum, it's 'how much engine do I need for THIS saga.'</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 a REST handler in an ASP.NET Core app — injects ITemporalClient and calls StartWorkflowAsync(…) to kick off a workflow. In the middle, the Temporal Server: a cluster of Frontend, Matching and History services backed by Postgres (or MySQL / Cassandra) that persists every workflow event — every activity invocation, every result, every timer firing —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whole story on one slide. Activity classes are plain C#; methods annotated [Activity] are registered with the worker at startup. The Workflow class is annotated [Workflow] with one [WorkflowRun] entry point; the body is plain C# that LOOKS synchronous but every activity call goes through Temporal's task queue and is durably scheduled, retried (configurable retry policy on the ActivityOptions),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helper from the Temporal .NET SDK: AddCompensation registers an undo for each completed step, and saga.CompensateAsync() runs them in reverse on failure — the same compensation discipline from earlier, but built into the SDK. Bootstrapping in ASP.NET Core: register the Temporal client (services.AddTemporalClient), register a TemporalWorker as a BackgroundService that points at your Temporal Server, list the workflow types and activity instances. The Temporalio.Extensions.Hosting NuGet package does most of that wiring — the WorkerService is just another IHostedService in your app.</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Below: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 The MassTransit Sagas callout is for shops already using MassTransit: it gives you the same state-machine + persister + bus integration but with one more framework on the dependency list.</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Everything in one place. The FulfillmentSagaMachine wraps a Stateless StateMachine&lt;State, Trigger&gt; with enums for both type parameters — type-safe states, type-safe triggers, refactor-friendly. Configure() declares each state's permitted transitions and entry actions (OnEntry runs business logic when the state is entered, where you'd call payment.ChargeAsync). The Permit chain is the readable equivalent of the state-diagram you saw on the previous slide. The FulfillmentService.OnAsync() method is the entry point — it gets called from an [HttpPost] handler or a MassTransit consumer, restores the saga's prior state by orderId from EF Core, rebuilds the state machine in that state, fires the trigger (which runs guards, entry actions, and transitions), then saves the new CurrentState to the DB. The transactional discipline is yours — wrap in a DbContext transaction so the action's effects and the state save commit together — exactly the same commit-together discipline as the hand-rolled EF Core version a few slides back, just with a typed state machine on top. The trade-off vs Temporal: less ceremony (no separate server), but you don't get automatic retries, timers or replay-on-crash; you write recovery logic (the BackgroundService sweeper from the earlier slide still applies). Use this when the saga is bounded in-process and the team already lives in .NET — it's the smallest sensible step up from the hand-rolled state machine. If you want the same DSL but integrated with the message bus, MassTransit Sagas (Apache 2.0) wraps a similar state-machine model with bus-aware persistence and event correlation — same idea, more framework.</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quietly fall apart — not in the happy path. The thesis: agree ONE error contract (a stable machine code, a safe human message, a correlation id, a retryable flag, field details) and then map that same model onto REST, gRPC, Kafka and GraphQL. We finish on the failure mode that turns a blip into an outage — the retry storm —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 type, title, status, detail, instance —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What's deliberately absent: any stack trace, exception class name, or SQL — those leak internals and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 and choosing the right one IS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 ErrorInfo (machine reason + domain) and RetryInfo (how long to wait) —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Crucially, you commit the offset either way, so the main consumer keeps making progress. With MassTransit this is declarative configuration (UseMessageRetry + UseInMemoryOutbox + routing to a faulted-message endpoint), not hand-rolled plumbing.</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MassTransit wires this up declaratively. UseMessageRetry gives bounded in-place retries with exponential backoff (200ms initial, doubling, capped at 5s, 3 attempts) and an explicit ignore list — ValidationException is non-retryable, so it skips straight to the fault path (no point retrying a 4xx). UseScheduledRedelivery adds the delayed-retry-topic dimension on top: when in-place retries are exhausted, MassTransit re-publishes the message to itself with a delay (via the bus scheduler) and tries again after 5s, 30s, 5m. When even those are exhausted, MassTransit moves the message to a sibling _error topic (the DLQ) and commits the original offset, so the consumer keeps making progress — a poison record never causes head-of-line blocking. Make Consume idempotent — at-least-once delivery means retried records may have partially applied. For the WCF/MSMQ audience: this is the exact equivalent of the MaxRetryCount + ReceiveErrorHandling + poison-message queue model MSMQ had, just declarative, cross-broker (works the same on RabbitMQ or Azure Service Bus), and integrated with OpenTelemetry. If MassTransit is too opinionated you can hand-roll the same pattern over Confluent.Kafka directly, but you'll write 50+ lines of retry/backoff/dispatch code.</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 say stock can't reach inventory —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and it's worth dwelling on. The loop: a service slows, calls start timing out, clients retry — often 3x —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 where to split, what the contract should contain, what stays private — are really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 complex and fast-changing, where your best people belong; supporting subdomains are necessary but not differentiating, so build them simply;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versus billing — that's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deliberately.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students have already built these things in sections 9 and 8 without the names —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 REST, gRPC, GraphQL — translate an incoming protocol into a call on an inbound port. Driven adapters on the right — a Postgres repository, a Kafka publisher —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 a repository and an event publisher — and depends on nothing else (no ASP.NET Core, no EF Core, no MassTransit imports anywhere in the domain project). The application service PlaceOrder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REST controller is a thin driving adapter — turn the HTTP body into a command and call the use case; a gRPC service or HotChocolate resolver is the same shape. The outbound ports are implemented by adapters (EfCoreOrderRepository for persistence, MassTransitEventPublisher for events)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 invariants hold within it and one transaction commits it —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 one per transaction, reference others by id, connect via events —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isn't a separate methodology bolted on — it's the naming and reasoning behind the boundaries the whole architecture already relies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 a system with zero coupling does nothing — so the goal is to balance it, not eliminate it. Coupling has three dimensions — integration strength, distance and volatility —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 same method, class, module, service, or system — and it sets the cost of a change that has to cross the boundary. Volatility is how often the coupled thing actually changes. The cost box at the bottom is the key relationship: strong plus distant is global complexity — the distributed monolith — but, crucially,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we'll see next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 strength XOR distance —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 APIs and event schemas in the registry —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is what decides whether a less-than-ideal coupling actually matters: a textbook-ugly coupling on frozen code is a non-problem; a textbook-fine coupling that's actually on hot, ever-changing core code can still hurt. The DDD connection (from Appendix F) is the practical tool: subdomain type predicts volatility, so you deliberately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 Learning Domain-Driven Design for the boundary tools in Appendix F, and Balancing Coupling in Software Design for this model —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The rest of the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you WANT readiness to fail (it stops new traffic) but you must NOT let liveness fail (the kubelet would restart a pod that's intentionally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clean graceful shutdown built in. When Kubernetes sends SIGTERM, the .NET host signals IHostApplicationLifetime.ApplicationStopping (cancelation token tripped), then iterates registered IHostedService implementations and calls StopAsync on each — bounded by HostOptions.ShutdownTimeout (default 30s, override as shown). The pattern: one BackgroundService per long-running concern (Kafka consumer here, but also schedulers, the Temporal worker from Appendix D, the Streamiz stream-processor from Section 6), each gets its own StopAsync hook to drain cleanly — consumer.Close() commits offsets and leaves the consumer group; for a SignalR Hub you'd send goaway frames; for Temporal you'd call worker.Shutdown(). For the WCF refugees: this is the in-box equivalent of the old WCF ServiceHost.Close pattern, except SIGTERM (not a graceful Stop button) triggers it and the budget is enforced by HostOptions.ShutdownTimeout rather than a per-binding timeout. Flipping readiness DOWN is the cloud-native bit — a mutable IHealthCheck that the Kubernetes readiness probe polls. Setting it Unhealthy at the start of StopAsync removes the Pod from the Service endpoints (so new traffic stops) while the Pod keeps running long enough to finish in-flight work. The K8s YAML on the next slide is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platform half of the contract, and it's the same whatever language the service is in. Three knobs to land: terminationGracePeriodSeconds is your total budget and must exceed preStop plus your worst-case drain plus a buffer. The readiness probe's periodSeconds times failureThreshold sets how fast Kubernetes actually stops routing after you report DOWN — here roughly ten seconds, which your preStop sleep should cover. And liveness deliberately points at /healthz/live (which stays UP during the drain, returning the static 'self' health check) so the kubelet doesn't restart a Pod that's cleanly winding down. The preStop sleep looks crude but it's the pragmatic fix for the async-deregistration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is the philosophical anchor of the whole appendix: you cannot guarantee a graceful exit — the kubelet will sometimes SIGKILL you — so idempotency is what actually makes the system safe, and graceful shutdown just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is the one that turns shutdown from fragile to robust — idempotency means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MassTransit RoutingSlip + NRules, then circle back to east/west where the most decisions actually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slide will use to make routing decisions. The TLS SNI line in both columns is worth highlighting —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actually see what's happening across the four layers — ties straight back to the observability section. Most of these features used to be hardware appliances; now they're an annotation or a YAML block away. Worth calling out: the resilience capabilities (timeouts, retries, circuit breakers) overlap with what Appendix E said about avoiding retry storms — the mesh implements many of them for free,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 where TLS terminates and coarse host/path routing happens — then through the API GATEWAY (Kong, Apigee,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 MassTransit RoutingSlip + NRules). Each layer is the right place for a different KIND of decision — we'll see that throughout the rest of the appendix.</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journey is observable end-to-end.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we'll see next. Kong, Traefik and YARP are API gateways with plugin ecosystems and a more product-aware feature set; YARP (MIT, from Microsoft) is the .NET-native option — a library you embed in an ASP.NET Core app for full code-level control of routing, transforms and load-balancing. The bold last point teases the rule-based section: when the decision is 'route based on a business rule a non-developer needs to change weekly,' the right place isn't a YAML file in the cluster — it's a rule engine inside the app.</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that we'll see more of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 by URI prefix (which is how you route on gRPC service.method, since gRPC paths look like /package.Service/Method), by header, and by cookie — each sending to a different DestinationRule subset.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latency-budget slide later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as a deliberate choice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deliberately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silently, observe its behaviour, but don't return its responses to the client — great for testing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are essentially free — the router is already parsing the HTTP line and headers anyway. Body transformation is the expensive one because it forces the router to buffer the full payload, which kills streaming, blows memory on large requests and can become a bottleneck under load. Two examples worth mentioning: trace context propagation (the W3C traceparent header is how the spans from earlier in the journey stitch together with the spans downstream — that's why the request-id injection in the Nginx slide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Show payload modification as configuration, not code. URL rewrite cleans up the path before forwarding (public /api/v1/orders becomes internal /orders). Request header set propagates the request-id (creating one if absent) and injects a tenant-id derived from the client mTLS cert — a really clean pattern, identity at the network layer. Request header remove strips the Authorization header before forwarding to the backend (after the gateway has already validated and turned it into trusted claims). Response header remove drops Server and X-Powered-By so we don't tell attackers what we're running. All of this is declarative and reconciled from Git; no per-service code is needed for any of it.</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we'll see code for)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 In the .NET ecosystem, MassTransit's RoutingSlip activity is the EIP-flavoured router (literally that name — the canonical Hohpe/Woolf 'routing slip' pattern, native to MassTransit), and NRules (MIT, Rete-based, same algorithm as Drools) is the open-source decision engine. The next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.NET-native take on the rule-based routing pattern. Inputs arrive over REST, gRPC or Kafka. They land in a MassTransit pipeline — declared as a Consumer or receive endpoint — which does two things: (1) ENRICH the message by calling out for additional context (HttpClient lookup of customer, region, tier, etc.); (2) EVALUATE the enriched message against an NRules session. NRules is an MIT-licensed Rete-algorithm rules engine, the same algorithm Drools uses; rules are authored as C# classes with a fluent Match/Do API (so the IDE catches typos and the test runner runs them), or as external NRules.Language files when domain experts need to edit the routing rules independently of code. The rule engine sets a WhereTo property on the message context. Then a MassTransit RoutingSlip activity dispatches the message to one or more destinations in sequence — the literal 'routing slip' EIP from the Hohpe/Woolf book, native to MassTransit. Compensations are first-class: a failed activity triggers MassTransit's built-in compensation chain, just like Appendix D's saga story. Everything runs in your ASP.NET Core Pod — no separate rule server, no Drools cluster — behind Istio, which still owns mTLS, retries and locality. Open source: MassTransit Apache 2.0, NRules MIT.</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 reading of the Camel + Drools pattern. The IConsumer&lt;OrderInbound&gt; is MassTransit's receive endpoint — it handles Kafka, RabbitMQ or Azure Service Bus uniformly. Constructor injection (primary or classic) wires in HttpClient for the enrichment lookup and an NRules ISession scoped per-request. The flow: enrich the message by HTTP-calling customer-svc (Polly resilience policies attach here via Microsoft.Extensions.Http.Resilience, see Appendix E); insert the enriched fact into the NRules session and call Fire() — the Rete engine evaluates all rules whose 'when' patterns match and runs the matching 'then' actions, which set the WhereTo property on the fact. Then build a RoutingSlip from the WhereTo — MassTransit's RoutingSlip is the canonical EIP routing-slip activity (literally that name from the Hohpe/Woolf book): a list of itineraries (URIs) the message visits in sequence, with compensations executed in reverse on failure. For domain experts who'd rather edit a separate file: NRules.Language (also MIT) is a separate sub-project that parses an external DSL into the same rule model — the next slide shows the C# class form, but the same logic can live in an external file and be redeployed without rebuilding the consumer. Compare to Apache Camel: the EIP semantics are identical; the API surface is C#-native, with all the type safety, IDE tooling, and source-generator wiring that comes with it.</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RoutingSlip will consume. Two real rules and a default with Priority -100 (salience equivalent) so it fires last if nothing else matched. The point isn't the syntax; it's that these rules are first-class C# classes — type-safe, refactor-friendly, unit-testable through NRules.Testing —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genuinely fit a spreadsheet shape (the DMN sweet spot), the .NET ecosystem doesn't ship a strong open-source DMN runtime — the pragmatic answer is to run Camunda or Kogito DMN as a separate service and call it via REST from the same enrichment step, or implement the table convention in NRules. We'll cover that honestly in the toolkit appendix.</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honestly.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that means every layer must be lean and earn its place.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earlier slide.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actually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canary slide earlier,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actually IS: the same routing CRDs the edge uses, but everywhere, between every pair of services, configured centrally and applied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that are worth calling out separately.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MassTransit RoutingSlip / NRules samples (the canonical .NET demos for the content-based-router EIP).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a candid look at what .NET genuinely doesn't have,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consolidated bill of materials for the application side: every NuGet library used anywhere in the deck, grouped by concern. The license column is the one to draw audience attention to — every single entry is MIT, Apache 2.0, or BSD-3, with no commercial-only dependencies and no Azure-only services. Some highlights worth calling out: Microsoft.AspNetCore.OpenApi and SignalR are built into ASP.NET Core 10 (no extra NuGet); MassTransit is the BizTalk / NServiceBus open-source heir for one programming model across Kafka, RabbitMQ and Azure Service Bus; Streamiz.Kafka.Net is the .NET port of Kafka Streams (which means no Flink cluster needed for windowed aggregations); Temporalio.Temporal pairs with the Temporal Server in the platform stack for durable workflows; Stateless covers the lightweight in-process state-machine slot; NRules covers the rules-engine slot; YARP and Wolverine are mentioned where appropriate. The closing footer reinforces the open-source-only posture and the platform-agnostic deployment: every entry runs on plain Kubernetes — nothing here requires Azure (or AWS, or any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on the previous slide are entirely separable from the platform choices on this one. If you're already running this platform with a Java or Python application, you can drop .NET services in alongside without changing anything below the application layer. A few callouts: Strimzi is the Kubernetes-native Kafka operator (open-source, Apache 2.0 — not Confluent Cloud); Apicurio is the open-source schema registry that holds your OpenAPI / .proto / Avro contracts; OpenMetadata is the asset-catalog/lineage tool; LGTM (Tempo + Mimir + Loki + Grafana) is Grafana Labs' open-source observability stack —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expanded version of the bridge diagram from Cloud-Native Principles. 22 rows, four columns: the concern, what you came from in the Windows world, what it becomes in the cloud-native world, and what changes most. Read the rightmost column — 'what changes most' — because that's where the architectural shift lives. Almost every row preserves the SHAPE of the pattern (you still have request handlers, background workers, scheduled jobs, distributed locks, health checks, configuration sources, telemetry, etc.) but who owns the substrate changes. IIS owned the host → Kubernetes does. MSDTC owned distributed transactions → the saga + outbox pattern does. MSMQ owned messaging → Kafka + MassTransit does. AD owned identity → SPIFFE + mTLS via Istio does. Perf Counters + Event Log owned telemetry → OpenTelemetry + Loki + Tempo + Mimir does. The pattern doesn't disappear; the substrate becomes open-source and cluster-native. The two genuinely large shifts that ARE conceptual rewrites: COM+ / MSDTC distributed transactions become sagas (you write compensations explicitly because there's no two-phase commit across services), and BizTalk orchestration becomes a Temporal workflow or a MassTransit + NRules routing pipeline (orchestration is now C# code in your repo, not a separate authored artifact in a separate runtime). Everything else is a substrate swap, not a paradigm shift.</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 candid here. Every ecosystem has gaps; pretending .NET doesn't is dishonest and erodes trust. (1) DMN: the closest OSS in .NET is decision-table conventions on top of NRules, but for the genuine DMN experience — spreadsheet authoring tool, decision-table semantics, FEEL expression language — you run Camunda or Kogito as a separate service. (2) Camel breadth: Apache Camel has ~300 components for everything from HL7 over MLLP to FTP to mainframe gateways; MassTransit's transports are narrower. If you're an integration shop with heavy mainframe / EDI / HL7 needs, you may run Camel as a sidecar in a JVM Pod and call it from .NET. (3) Streamiz scale: it works well, but the maintainer count and ecosystem depth are smaller than Kafka Streams' — if streams are central, plan accordingly. (4) DI: M.E.DI is simple enough that complex patterns sometimes want Autofac. (5) MediatR's license shift is a real story; many teams migrating from MediatR are picking Wolverine because the design is genuinely improved. The bold closing line is the audience takeaway: don't oversell, do contextualise. For LOB and SaaS workloads the gaps almost never bite; for integration platforms or heavy stream processing, plan for polyglot.</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deck with a clear, opinionated recipe. The five steps are deliberately ordered: instrument first (factor 9 + observability), then choose your protocol surface (don't fall into the 'one of each' trap), then settle data ownership (outbox + DbContext), then choose your workflow tier (Temporal vs Stateless), then deploy with the cluster doing the heavy lifting. The six-library sub-bullet is the leave-up: if a new .NET cloud-native service starts with those six NuGet packages and the platform underneath is the standard stack from slide J2, the team has 95% of the patterns in this deck working from day one. Everything else — SignalR / Streamiz / NRules / HotChocolate — is opt-in per workload. The deck closes with that practical concreteness rather than a 'thank you' —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MassTransit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very different workloads. Importantly: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genuinely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(typically via MediatR INotificationHandler for in-process events, or MassTransit IPublishEndpoint for cross-service).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 next slides cover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earns its keep: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NOT a destination —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just routing. The new ASP.NET Core service sits in front of the legacy API and adds cross-cutting capability: Redis caching via IDistributedCache, Kafka event emission via MassTransit, audit logging, validation, enrichment, rate-limiting, metrics via OpenTelemetry. Legacy service unaware. Clients now talk to the decorator's API, which delegates for the underlying work but contributes everything else. Particularly useful when the legacy system is a 3rd-party product, a vendor system, or fragile code that touching is forbidden. The decorator is a real .NET microservice (own deploy, own scaling, own data) — not just a router. Common implementation: ASP.NET Core + HttpClient + IDistributedCache + MassTransit IPublishEndpoint.</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decorator is a primary-constructor ApiController (C# 12 primary constructors are heavily used in .NET 10). Four injected collaborators: IHttpClientFactory for the legacy HTTP client, IDistributedCache for Redis-backed cache (auto-configured by Microsoft.Extensions.Caching.StackExchangeRedis), IPublishEndpoint from MassTransit for emitting Kafka events, and ILogger for observability. The GET path uses cache-aside semantics with IDistributedCache (which serializes via byte arrays — we JSON-serialize manually for type fidelity). The POST path delegates to legacy (still source of truth), publishes an OrderPlaced event via MassTransit (which routes to Kafka, AMQP, or Azure Service Bus uniformly depending on transport configuration), then invalidates the cache. Legacy service has no idea it's been wrapped. Over time you can move more behaviour into the decorator: validation, idempotency keys, dedup, multi-source reads. When you're ready to retire the legacy service, you implement the storage inside the decorator (or in a clean new service it calls) and stop forwarding — the API stays the same for clients.</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reversibility — every step should be a config change you can undo without coordinating a release — is the property to design for.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actually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Minimal cache-aside in ASP.NET Core. IDistributedCache is the Microsoft.Extensions.Caching abstraction; AddStackExchangeRedisCache wires it to Redis. The cache stores byte arrays (or strings); we JSON-serialize Product manually for type fidelity. The handler tries the cache first, falls back to EF Core's FindAsync on miss, populates the cache with a 60-second TTL, returns. The PUT path removes the cache entry after a successful DB write — invalidate-on-write. Note: IDistributedCache doesn't have a typed get/set API — it's intentionally low-level. For typed caching with retry / hedging / cache stampede protection out of the box, FusionCache (covered on the next slide) is the modern idiomatic alternative. For Redis failures, IDistributedCache's calls can throw RedisConnectionException — wrap in try/catch (or use Polly's resilience pipelines via Microsoft.Extensions.Http.Resilience) so a Redis outage falls back to EF Core and the read still works.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The .NET BCL doesn't ship a declarative read-through cache, but FusionCache (MIT, open-source) is the modern idiomatic answer — it gives you GetOrSetAsync with a factory function (the loader), built-in stampede protection, fail-safe fallback, and L1+L2 layering (in-memory +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for the conservative shop: HybridCache (new in .NET 9, Microsoft-built, similar semantics to FusionCache but Microsoft-supported).</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FusionCache is the modern .NET answer for declarative read-through caching — MIT licensed, actively maintained, with features the BCL caches don't have out of the box (stampede protection, fail-safe with stale-fallback, two-level L1+L2 cache). The Program.cs registration shows the typical setup: AddFusionCache, configure a JSON serializer, pair with IDistributedCache (Redis), set default duration and fail-safe behaviour. The controller uses GetOrSetAsync with a factory — the factory runs ONLY on cache miss, and FusionCache's built-in concurrency control ensures that if 100 concurrent requests hit the same missing key, the factory runs ONCE and the other 99 await the result — no thundering herd. The fail-safe option (SetFailSafe) is the killer feature: when the factory throws (DB outage), FusionCache returns the stale cached value if available rather than propagating the failure. The trade vs IDistributedCache: you add a library dependency (24KB DLL), get safer caching out of the box. Alternative: HybridCache (Microsoft.Extensions.Caching.Hybrid, .NET 9+) gives similar L1+L2 semantics but is newer and the API is slightly different.</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uses IDistributedCache directly: save EF Core changes, then SetStringAsync to update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 audit logs, event records, telemetry — caching every write is wasteful: most cached entries will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 variants and the standard cache-aside read for context. The pure write-around just calls SaveChangesAsync — the cache is not touched. The defensive variant removes any sibling entry in case some concurrent process populated the cache between the start of the write and its completion.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BackgroundService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actually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The handler writes to a Redis hash (the metric fields) and adds the key to a 'dirty set' — the dirty set tells the flusher what to drain. Returns 202 Accepted immediately, in microseconds. The MetricsFlusher : BackgroundService runs ExecuteAsync in a loop, SPOPing up to Batch dirty keys atomically. SPOP is the right primitive: it removes and returns elements in one call, so two flusher instances would each get a distinct subset of keys — horizontal scale works (though you should also add a distributed lock like DistributedLock.NET if you specifically want only ONE flusher Pod active). EF Core's DbContext is scoped, so we have to create a scope inside the loop iteration — BackgroundService is a singleton. Failed batches go back on the dirty set for retry — idempotent. Caveats: this only works correctly if Redis is configured with persistence (AOF appendonly yes), otherwise a Redis crash loses unflushed writes. For mission-critical durability, write-back is the wrong pattern — use write-through. For high-throughput telemetry where 'lost the last second' is acceptable, write-back is the difference between a service that scales and one that doesn't.</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actually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genuinely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 no timeout, no fallback, no circuit breaker —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actual traffic, SLO burn-rate alerts, and — critically —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deliberate composition of several of these, tuned together. The next slides give each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on the next slide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two slides back.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on the next slide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next slide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 deliberately rejecting requests feels like giving up —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IHostApplicationLifetime exposes ApplicationStopping, which fires on SIGTERM. The hosted service registers a callback that flips a Draining flag (so the /readyz health check returns 503 and Kubernetes stops routing) and pauses to let the LB removal propagate. HostOptions.ShutdownTimeout governs how long the host waits for in-flight work to finish. The MapHealthChecks predicate ties the flag to the readiness endpoint. Appendix H covers the Kubernetes preStop hook and terminationGracePeriodSeconds.</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the point is that you must instrument for them deliberately —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actually failed' (the logs on that trace) —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worth stating aloud: first, quorum/consensus is the ONLY real answer to split-brain — no amount of retrying or circuit-breaking helps when the problem is two leaders;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AWS Builders' Library has excellent practical articles on timeouts and backoff-with-jitter;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consistent with the rest of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genuinely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deliberate, human-driven complement to the circuit breaker from the Failure Modes appendix - the breaker trips automatically on errors; the kill switch is flipped on purpose. Note the default flips with the flag type: a release flag defaults off so half-shipped code stays dark, while this kill switch defaults true, fail-open, so the feature survives a flag-system outage and only a deliberate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deliberately.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five backends, running it and shaping the output, data-driven cases, the CI gate on Podman,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This is a quietly powerful idea: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whole point of black-box testing: bring up Spring Boot, Quarkus, .NET, Python, or C++, and run the exact same collection against it. In CI you would start the service with podman compose rather than a foreground command, but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Podman exactly as they do on a laptop - no managed cloud -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podman compose brings the order, payment, and inventory services up, Newman runs the collection against them, and the result gates the merge - pass merges, fail blocks. The important property is parity: the stack in CI is the same stack you run on your laptop, on the same Podman, so a green run in CI means the contract holds against the real services, not a mocked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is not a replacement for unit tests - it is the layer above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journeys that genuinely need the whole system. Pushing everything into Newman makes a slow, brittle suite; ignoring it leaves the contract untested. And test the failure paths as deliberately as the happy path - a 401 with WWW-Authenticate, a 403, a 409 or 422 on a business rule, a 429 with RateLimit headers, and idempotency by sending the same key twice - which ties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five implementations. Validate response shape against a schema, not just status codes; drive edge cases from data rather than duplicated requests; and assert the failure paths as carefully as the happy path. Wire it into CI on plain Podman so the build fails on a broken contract, and keep Newman in its lane - the API/contract tier, above unit tests and below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2.png"/><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8.png"/><Relationship Id="rId4"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7.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42.png"/><Relationship Id="rId4"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56.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72.png"/><Relationship Id="rId4"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77.png"/><Relationship Id="rId4"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3.png"/><Relationship Id="rId4"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79.png"/><Relationship Id="rId4"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0.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81.png"/><Relationship Id="rId4"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86.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7.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85.png"/><Relationship Id="rId4"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90.png"/><Relationship Id="rId4"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00.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98.png"/><Relationship Id="rId4"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2" Type="http://schemas.openxmlformats.org/officeDocument/2006/relationships/image" Target="../media/image139.png"/><Relationship Id="rId3" Type="http://schemas.openxmlformats.org/officeDocument/2006/relationships/slideLayout" Target="../slideLayouts/slideLayout1.xml"/><Relationship Id="rId4"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2" Type="http://schemas.openxmlformats.org/officeDocument/2006/relationships/image" Target="../media/image146.png"/><Relationship Id="rId3" Type="http://schemas.openxmlformats.org/officeDocument/2006/relationships/slideLayout" Target="../slideLayouts/slideLayout1.xml"/><Relationship Id="rId4"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&amp; Hexagonal,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J · .NET 10 Toolkit &amp; Migration Reference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P · .NET on Linux — Runtime, Kestrel, Containers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 Claude, Claude Code, frontier models — turns intent into code at a rate that wasn't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3">
            <a:alphaModFix/>
          </a:blip>
          <a:srcRect b="0" l="0" r="0" t="0"/>
          <a:stretch/>
        </p:blipFill>
        <p:spPr>
          <a:xfrm>
            <a:off x="2047891" y="1600200"/>
            <a:ext cx="8095913"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 IIS, WCF, COM+, MSMQ —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 “will this survive the platform?” — the next slides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AspNetCore.HealthChecks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 — minimal hosting, env-driven config (factor III)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builder = WebApplication.CreateBuilder(args);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builder.Configuration.AddEnvironmentVariables();   // overrides appsettings.json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Health checks: liveness vs readiness, just like the WCF heartbeat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only Kubernetes calls them now, not your monitoring server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.AddCheck("self", () =&gt; HealthCheckResult.Healthy(), tags: new[] { "live"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.AddNpgSql(builder.Configuration.GetConnectionString("Db")!,</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name: "db", tags: new[] { "ready" });        // AspNetCore.HealthChecks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app = builder.Build();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Endpoints Kubernetes probes call — the cloud-native equivalent of</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IIS "Ping" + ARR health probes, but baked into the app, not the host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app.MapHealthChecks("/healthz/live",  new() { Predicate = c =&gt; c.Tags.Contains("live")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app.MapHealthChecks("/healthz/ready", new() { Predicate = c =&gt; c.Tags.Contains("ready")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app.Run();</a:t>
            </a:r>
            <a:endParaRPr b="0" i="0" sz="110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 minimal API style; .NET 8+ has FluentValidation built 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orders = app.MapGroup("/orders").WithOpenApi();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Request record — immutable, validated; the WCF DataContract replacement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record OrderIn(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[Required, StringLength(64)]  string 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[Range(1, 1_000)]             int    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orders.MapPost("/", async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[FromBody] 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IValidator&lt;OrderIn&gt; validator,           // FluentValidation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IOrderService svc,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IEventPublisher events)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await validator.ValidateAsync(body);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(!result.IsValid) return Results.ValidationProblem(result.ToDictionary());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await svc.CreateAsync(body);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events.PublishAsync("order.placed",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Results.Created($"/orders/{order.Id}", order);  // 201, not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.Produces&lt;Order&gt;(StatusCodes.Status201Created)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.ProducesValidationProblem();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GET with cursor pagination — never offset, breaks under concurrent writes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orders.MapGet("/", (string? after, int limit = 50, IOrderService svc)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svc.PageAsync(after, limit));</a:t>
            </a:r>
            <a:endParaRPr b="0" i="0" sz="105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inventory.proto — the contract, registered in Apicurio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syntax = "proto3";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 Inventory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rpc ReserveStock (ReserveRequest) returns (ReserveReply);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ReserveRequest { string sku = 1; int32 quantity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ReserveReply   { bool reserved = 1; int32 remaining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Grpc.AspNetCore + Grpc.Tools compiles .proto to C</a:t>
            </a:r>
            <a:r>
              <a:rPr b="0" i="0" lang="en-US" sz="1100" u="none" cap="none" strike="noStrike">
                <a:solidFill>
                  <a:srgbClr val="8FB98F"/>
                </a:solidFill>
                <a:latin typeface="Red Hat Mono"/>
                <a:ea typeface="Red Hat Mono"/>
                <a:cs typeface="Red Hat Mono"/>
                <a:sym typeface="Red Hat Mono"/>
              </a:rPr>
              <a:t># at build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(the cloud-native replacement for WCF NetTcpBinding service contracts)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InventoryService : Inventory.InventoryBase  // generated 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readonly IStockRepository 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InventoryService(IStockRepository stock) =&gt; _stock = 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override async Task&lt;ReserveReply&gt; ReserveStock(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ReserveRequest req, ServerCallContext 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 = await _stock.ReserveAsync(req.Sku, req.Quantity);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new ReserveReply { Reserved = r.Ok, Remaining = r.Remaining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builder.Services.AddGrpc();                          // server registration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app.MapGrpcService&lt;InventoryService&gt;();              // expose the service</a:t>
            </a:r>
            <a:endParaRPr b="0" i="0" sz="11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retries, timeout and outlier detection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HotChocolate (MIT, by ChilliCream) — the dominant open-source GraphQL 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.NET. Code-first or schema-first. Built-in DataLoader for N+1.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Query                                   // the gateway's schema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[Service] IOrderClient orders)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orders.GetAsync(id);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[ExtendObjectType&lt;Order&gt;]                            // adds fields to Order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batched per-request to kill N+1: one gRPC call for N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Task&lt;int&gt; GetStock(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[Parent] Order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IInventoryStockDataLoader loader) =&gt;         // generated DataLoader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loader.LoadAsync(order.Sku);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registration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.AddGraphQLServer()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.AddQueryType&lt;Query&gt;()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.AddTypeExtension&lt;OrderExtensions&gt;()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.AddDataLoader&lt;IInventoryStockDataLoader, InventoryStockDataLoader&gt;();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app.MapGraphQL();                                    // POST /graphql + IDE</a:t>
            </a:r>
            <a:endParaRPr b="0" i="0" sz="105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quietly rebuilds the monolith.</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MassTransit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 no Azure App Service, no Azure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 every Blazor Server interaction is a SignalR round-trip and inherits all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MassTransit</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 side  —  command handler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OrderWriteController(WriteDb writes, IPublishEndpoint bus)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[HttpPost]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Task&lt;ActionResult&lt;Order&gt;&gt; Create(OrderIn body,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order = new Order(body);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writes.Orders.Add(order);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writes.SaveChangesAsync(ct);                       // write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bus.Publish(new OrderCreatedEvent(order), ct);     // → projection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Ok(order);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 side  —  reads from a DIFFERENT, denormalised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OrderReadController(ReadDb reads)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[HttpGet("{id}/summary")]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Task&lt;ActionResult&lt;OrderSummary&gt;&gt; Summary(string id,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 = await reads.OrderSummaries.FindAsync([id],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s is null ? NotFound() : Ok(s);                   // NOT write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Projection  —  MassTransit consumer; idempotent upsert into the read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OrderSummaryProjection(ReadDb reads) : IConsumer&lt;OrderCreatedEvent&gt;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Consume(ConsumeContext&lt;OrderCreatedEvent&gt; ctx)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reads.OrderSummaries.Update(OrderSummary.From(ctx.Message));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reads.SaveChangesAsync(ctx.CancellationToken);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a lie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EF Core + Debezium CDC — the .NET reading of the outbox pattern.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WCF/COM+ refugees: this REPLACES the MSDTC two-phase commit you used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to make 'save the order AND queue the event' atomic across databases.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OrderService(OrdersDbContext db) : IOrderService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CreateAsync(OrderIn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tx = await db.Database.BeginTransactionAsync();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Order.From(body);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db.Orders.Add(order);                       // state change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db.Outbox.Add(new OutboxEntry(              // same txn — outbox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EventType: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AggregateType: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AggregateId:   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Payload:       JsonSerializer.Serialize(order),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CreatedAt:     DateTimeOffset.UtcNow));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db.SaveChangesAsync();                // single local commit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tx.CommitAsync();                     // Debezium tails WAL →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No Kafka call on the request path: if the broker is down, the order still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commits and the event ships when the Debezium connector catches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MassTransit has a built-in transactional outbox if you prefer the framework path.</a:t>
            </a:r>
            <a:endParaRPr b="0" i="0" sz="105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MassTransit</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MassTransit (Apache 2.0) is the BizTalk/NServiceBus open-source heir for .NET.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One programming model over Kafka, RabbitMQ or Azure Service Bus.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Sagas, retries, scheduling, transactional outbox — all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record OrderPlaced(string OrderId, string Sku, int Quantity);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producer — order-service emits the fact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OrderEvents(IBus bus)                  // primary constructor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PublishAsync(Order o) =&gt; bus.Publish(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OrderPlaced(o.Id, o.Sku, o.Quantity));  // keyed by message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consumer — notification-service, Kafka-only by design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Notifier(IEmailSender mail) : IConsumer&lt;OrderPlaced&gt;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Consume(ConsumeContext&lt;OrderPlaced&gt; 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mail.SendAsync(ctx.Message);          // do the work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ctx auto-acks on successful return — at-least-once delivery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builder.Services.AddMassTransit(x =&gt;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x.AddConsumer&lt;Notifier&gt;();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x.UsingKafka((ctx, k) =&gt; {                      // also: UsingRabbitMq, UsingAzure...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k.Host("kafka:9092");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k.TopicEndpoint&lt;OrderPlaced&gt;("order-placed", "notifier-group",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 =&gt; e.ConfigureConsumer&lt;Notifier&gt;(ctx));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MassTransit is the BizTalk/NServiceBus replacement: one API over Kafka, RabbitMQ, Azure Service Bus. Handlers are idempotent; at-least-once is the contract.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Streamiz.Kafka.Net</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Streamiz.Kafka.Net (MIT) is a .NET rewrite of Kafka Streams — same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topology / state-store / changelog model, native C</a:t>
            </a:r>
            <a:r>
              <a:rPr b="0" i="0" lang="en-US" sz="950" u="none" cap="none" strike="noStrike">
                <a:solidFill>
                  <a:srgbClr val="8FB98F"/>
                </a:solidFill>
                <a:latin typeface="Red Hat Mono"/>
                <a:ea typeface="Red Hat Mono"/>
                <a:cs typeface="Red Hat Mono"/>
                <a:sym typeface="Red Hat Mono"/>
              </a:rPr>
              <a:t>#. Active development,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1.8.0 released 2026-03. No JVM in your container, no Flink cluster needed.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config = new StreamConfig&lt;StringSerDes, OrderSerDes&gt;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ApplicationId = "revenue-aggregator",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BootstrapServers = "kafka:9092",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StateDir = "/var/streamiz/state",         // local RocksDB, changelog-backed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builder = new StreamBuilder();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builder.Stream&lt;string, Order&gt;("order.placed")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.GroupBy((k, o) =&gt; o.MerchantId)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.WindowedBy(TumblingWindowOptions.Of(TimeSpan.FromMinutes(5)))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.Aggregate&lt;double, MerchantTotal&gt;(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initializer: () =&gt; 0.0,                  // local 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aggregator:  (mId, o, total) =&gt; total + o.Total,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Materialized&lt;string, double, IWindowStore&lt;Bytes, byte[]&gt;&gt;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.Create("revenue-by-merchant"))    // state store + changelog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.ToStream()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.To&lt;StringSerDes, DoubleSerDes&gt;("revenue.5m");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stream = new KafkaStream(builder.Build(), config);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stream.StartAsync();                       // run as IHostedService</a:t>
            </a:r>
            <a:endParaRPr b="0" i="0" sz="95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event-driven: scale consumers on Kafka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apiVersion: keda.sh/v1alpha1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scaleTargetRef: { name: payment-consumer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minReplicaCount: 0                     </a:t>
            </a:r>
            <a:r>
              <a:rPr b="0" i="0" lang="en-US" sz="1200" u="none" cap="none" strike="noStrike">
                <a:solidFill>
                  <a:srgbClr val="8FB98F"/>
                </a:solidFill>
                <a:latin typeface="Red Hat Mono"/>
                <a:ea typeface="Red Hat Mono"/>
                <a:cs typeface="Red Hat Mono"/>
                <a:sym typeface="Red Hat Mono"/>
              </a:rPr>
              <a:t># scale to zero when no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maxReplicaCount: 20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triggers: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 type: kafka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metadata: { topic: order.placed, consumerGroup: payment, lagThreshold: "100"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HTTPScaledObject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 { scaleTargetRef: { service: order-service }, replicas: { min: 0, max: 30 } }</a:t>
            </a:r>
            <a:endParaRPr b="0" i="0" sz="12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is easy to follow;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Easy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No Maven plugin for .NET - gate breaking changes via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 dryRun create-version runs the COMPATIBILITY rule server-side, then rolls 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actions/checkout@v4</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"$REGISTRY/groups/orders/artifacts/order-value/versions?dryRun=true"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--data-binary @src/Schemas/order.avsc)   # the new schema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409 = COMPATIBILITY rule violated -&gt; incompatible (breaking) change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 — OpenTelemetry .NET is the cloud-native replacement for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Windows performance counters + ETW + Event Log, unified in one model.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builder.Services.AddOpenTelemetry()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.ConfigureResource(r =&gt; r.AddService("order-service"))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.WithTracing(t =&gt; 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        // every HTTP request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.AddHttpClientInstrumentation()        // outbound HttpClient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.AddGrpcClientInstrumentation()        // gRPC stub calls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.AddEntityFrameworkCoreInstrumentation() // EF Core queries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.AddSource("OrderService")             // your own ActivitySource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.AddOtlpExporter(o =&gt; o.Endpoint = new("http://otel-collector:4317")))</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.WithMetrics(m =&gt; 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.AddRuntimeInstrumentation()           // GC, threadpool, allocations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Custom business spans use the BCL ActivitySource (no extra dependency)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OrderService(IInventoryClient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static readonly ActivitySource s_activity = new("OrderService");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Task&lt;ReserveReply&gt; ReserveAsync(string sku, int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using var activity = s_activity.StartActivity("reserve_stock");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activity?.SetTag("sku", sku);</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await inventory.ReserveStockAsync(sku,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trace_id flows REST → gRPC → Kafka → consumer, automatically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HttpClient, gRPC and EF Core all emit spans with zero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System.Diagnostics.Activity + OpenTelemetry</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System.Diagnostics;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.NET propagates baggage on Activity automatically (W3C Baggage header).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 at the edge in middleware: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app.Use(async (ctx, next)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ctx.Request.Headers["X-Tenant"].FirstOrDefault() ?? "unknown");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next();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Read anywhere downstream  —  even in a MassTransit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OrderConsumer : IConsumer&lt;OrderPlaced&gt;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Task Consume(ConsumeContext&lt;OrderPlaced&gt; 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tenant = Activity.Current?.GetBaggageItem("tenant_id");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Activity.Current?.SetTag("tenant_id",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Handle(ctx.Message);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Activity.AddBaggage at the edge; GetBaggageItem anywhere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CloudTrail /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S3 pre-signed URL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UploadController(IAmazonS3 s3)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[HttpPost("sign"), Authorize(Roles = "uploader")]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Task&lt;ActionResult&lt;UploadTicket&gt;&gt; Sign(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SignRequest body,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User.Identity!.Name!;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key = $"u/{userId}/{Guid.NewGuid()}/{body.Name}";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request = new GetPreSignedUrlRequest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BucketName  = "uploads",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Key         =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Verb        = HttpVerb.PUT,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ContentType = "application/octet-stream",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Expires     = DateTime.UtcNow.AddMinutes(5)      // valet window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url = await s3.GetPreSignedURLAsync(request);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Ok(new UploadTicket(url, key, 300));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 PUT &lt;ticket.url&gt; with the bytes  —  no app hop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S3 enforces the signature, ContentType, and Expires</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Auth0, Azure AD), and translates to whatever the legacy expects —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Google IAP, Cloudflare Access, Pomerium, AWS Verified Access — they terminate TLS, validate identity (OAuth/OIDC against your IdP), check device posture,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is open source; Google IAP / Cloudflare Access / AWS Verified Access are managed services.</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ConstraintTemplate  —  reusable policy logic in Rego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templates.gatekeeper.sh/v1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ConstraintTemplate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names: { kind: K8sRequireSignedImages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validation: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openAPIV3Schema: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properties: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 type: array, items: { type: string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targets: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target: admission.k8s.gatekeeper.sh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rego: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package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violation[{"msg":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container := input.review.object.spec.containers[_]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not startswith(container.image, input.parameters.allowedRegistries[_])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msg := sprintf("image %v not from an allowed registry", [container.image])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  —  applies the policy to namespaces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constraints.gatekeeper.sh/v1beta1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 { name: must-be-signed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kinds: [{apiGroups: [""], kinds: ["Pod"]}]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excludedNamespaces: ["kube-system", "gatekeeper-system"]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parameters: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["registry.acme.com/", "quay.io/redhat/"]</a:t>
            </a:r>
            <a:endParaRPr b="0" i="0" sz="95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Polly concurrency limiters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Polly v8 resilience pipeline  —  concurrency limiter is the bulkhead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OrderService(IHttpClientFactory 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ResiliencePipeline&lt;Order&gt;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ConcurrencyLimiterOptions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50,                       // 50 concurrent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100,                       // 100 may wait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QueueProcessingOrder = QueueProcessingOrder.OldestFirst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Place(OrderRequest req,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_pipeline.ExecuteAsync(async token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Per-tenant bulkheads via cached named pipelines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ResiliencePipeline&lt;Order&gt;&gt; _tenants =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Task&lt;Order&gt; PlaceForTenant(string tenant, OrderRequest req,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pipeline = _tenants.GetOrAdd(tenant, _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 PermitLimit = 30, QueueLimit = 50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pipeline.ExecuteAsync(async ct2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ct2), ct).AsTask();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 + MassTransit</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Producer  —  store payload, publish only the claim ticket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ClaimPublisher(IAmazonS3 s3, IPublishEndpoint bus)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PublishWithClaim&lt;T&gt;(T payload,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objId = Guid.NewGuid().ToString();</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bytes = JsonSerializer.SerializeToUtf8Bytes(payload);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s3.PutObjectAsync(new PutObjectRequest {              // 1. store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BucketName = "claims",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Key = objId,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InputStream = new MemoryStream(bytes),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ServerSideEncryptionMethod = ServerSideEncryptionMethod.AES256</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ClaimTicket(objId, $"s3://claims/{objId}"), ct);  // 2.</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  MassTransit pulls the claim, we fetch the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ClaimConsumer(IAmazonS3 s3) : IConsumer&lt;ClaimTicket&gt;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Consume(ConsumeContext&lt;ClaimTicket&gt;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 = await s3.GetObjectAsync("claims", ctx.Message.ClaimId,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payload = await JsonSerializer.DeserializeAsync&lt;Payload&gt;(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obj.ResponseStream, cancellationToken: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Handle(payload!);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ALL of these, in combinations — not as a checklist, but as deliberate decisions per concern.</a:t>
            </a:r>
            <a:endParaRPr b="0" i="0" sz="17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Microsoft Cloud Adoption Framework: security patterns.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 REST, gRPC, GraphQL or async —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Cloud-Native Patterns and Architecture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Microservices, 2nd ed. — Sam Newman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Event-Driven Microservices — Adam Bellemare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Patterns — Cornelia Davis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of Distributed Systems — Unmesh Joshi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Architecture Modernization — Nick Tune &amp; Jean-Georges Perrin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Anti-Patterns — Gerald Bachlmayr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Principles of Web API Design — James Higginbotham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for API Design — Olaf Zimmermann et al.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Design Patterns — JJ Geewax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Learning Domain-Driven Design — Vlad Khononov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Balancing Coupling in Software Design — Vlad Khononov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MassTransit, HotChocolate, Streamiz.Kafka.Net, EF Core and Debezium docs — for the runtime specifics</a:t>
            </a:r>
            <a:endParaRPr b="0" i="0" sz="17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 the DB's commit-ordered durable log); ACID (Atomicity, Consistency, Isolation, Durability); TTL (Time-To-Live — how long a cached key lives before expiring); LRU (Least Recently Used — a cache eviction policy); SETEX (the Redis "SET with EXpiry" command — sets a key and its TTL atomically); ORM (Object-Relational Mapping); EF Core (Entity Framework Core —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 a published, stable interface a context offers others); ACL (Anti-Corruption Layer in DDD — translates between models; note: ACL also means Access Control List in security); Saga (not an acronym —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observability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SAS (Shared Access Signature — Azure's scoped token);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 the request-driven metrics method); USE (Utilisation, Saturation, Errors — the resource metrics method); MDC (Mapped Diagnostic Context —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 how they actually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three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 above;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Asp.Versioning.Http (Apache 2.0, by the .NET Foundation) supports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URI segment, query string, or header versioning —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MediaTypeApiVersionReader("v");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Two records, two versions — the resource URL stays /orders/{id}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One handler, content-negotiated by API version (carried in Accept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app.MapGroup("/orders").WithApiVersionSet();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.Produces&lt;OrderV2&gt;(StatusCodes.Status200OK,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"application/vnd.acme.order.v2+json");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                          // legacy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.Produces&lt;OrderV1&gt;(StatusCodes.Status200OK,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"application/vnd.acme.order+json");</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HotChocolate is code-first by default in .NET; types are inferred from C</a:t>
            </a:r>
            <a:r>
              <a:rPr b="0" i="0" lang="en-US" sz="1100" u="none" cap="none" strike="noStrike">
                <a:solidFill>
                  <a:srgbClr val="8FB98F"/>
                </a:solidFill>
                <a:latin typeface="Red Hat Mono"/>
                <a:ea typeface="Red Hat Mono"/>
                <a:cs typeface="Red Hat Mono"/>
                <a:sym typeface="Red Hat Mono"/>
              </a:rPr>
              <a:t># records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classes. Deprecation maps to the GraphQL native @deprecated directive.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record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[GraphQLDeprecated("Use TotalMinor (integer cents) instead.")]   // → @deprecated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double Total,                                       // still served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TotalMinor                                      // replacement, additive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Schema-first alternative — if your team prefers .graphql files: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type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 @deprecated(reason: "Use totalMinor (integer cents) instead.")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totalMinor: Int!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@deprecated surfaces in introspection and in HotChocolate's GraphQL IDE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(Banana Cake Pop / Nitro) at /graphql with the reason.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Field-level usage metrics — enable via .ModifyOptions(o =&gt; o.UseXmlDocumentation =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emit per-field counters through OpenTelemetry — tell you when 'Total' has zero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callers. Only then do you remove it. No /v2 endpoint ever exists.</a:t>
            </a:r>
            <a:endParaRPr b="0" i="0" sz="110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SignalR,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SignalR</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ships in the box with ASP.NET Core — Apache 2.0, MIT-licensed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runtime. Hub abstraction handles framing, heartbeats, reconnect, scaleout.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                  // one Hub per logical channel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readonly IOrderService _orders;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OrdersHub(IOrderService orders) =&gt; _orders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override async Task 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Context.UserIdentifier!;     // server-side auth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Groups.AddToGroupAsync(Context.ConnectionId, $"user:{userId}");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base.OnConnectedAsync();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client-callable method — invoked as connection.invoke('PlaceOrder',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PlaceOrder(OrderIn body)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_orders.CreateAsync(body);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server pushes to a group: every connection in user:42 gets the message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NotifyUser(string userId, OrderUpdate update)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Clients.Group($"user:{userId}").SendAsync("OrderUpdated", update);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                // single line; protocols negotiated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app.MapHub&lt;OrdersHub&gt;("/ws/orders");           // mounts at /ws/orders</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and easy — but Hub state lives in this Pod. The Groups dictionary, the Context registry, the heartbeats: all per-Pod.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MessagePack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 + MessagePack</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negotiates a hub protocol per connection: JSON (default) or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(binary, schema-evolution friendly via msgpack maps). Both shipped by Microsoft.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Microsoft.AspNetCore.SignalR.Protocols.MessagePack — Apache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.AddMessagePackProtocol()                     // adds binary as a negotiated option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.AddStackExchangeRedis("redis:6379");        // backplane in one 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Versioned envelope — same pattern as the .proto envelope, but in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[MessagePackObject]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Key(0)] uint   Version,            // bump for incompatible payloads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Key(1)] string Type,               // "order.updated", "ping",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Key(2)] byte[] Payload,            // MessagePack-encoded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Key(3)] ulong  Seq);               // monotonic per-connection — drives resume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Send(Envelope env)          // client invokes — binary on the wire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Clients.Caller.SendAsync("Ack", new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 2, Type: "ack", Payload: [], Seq: env.Seq));</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 checks env.Version; unknown major version → reconnect &amp; renegotiate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MessagePack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two very different scaling profiles — both run on plain ASP.NET Core Pods, both open source, no Azure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Azure service — no Azure SignalR Service, no Azure App Service, no Azure Static Web Apps. Open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EF Core 10 + pessimistic row lock — the in-process saga state store.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PostgreSQL/SQL Server commit replaces what MSDTC used to make atomic.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static readonly string[] Steps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"charge_payment", "reserve_stock", "book_shipping"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SagaCoordinator(SagaDbContext db) : ISagaCoordinator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AdvanceAsync(string sagaId,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using var tx = await db.Database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.BeginTransactionAsync(IsolationLevel.ReadCommitted,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pessimistic row lock so two workers can't advance the same saga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 = await db.Sagas.FromSqlInterpolated(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$"SELECT * FROM sagas WHERE id = {sagaId} FOR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.FirstAsync(ct);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(s.Status != "RUNNING") return;       // idempotent: already done/failed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step = Steps[s.StepIndex];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result = await InvokeAsync(step, s.Context, ct);  // call the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s.Context[step] = result;             // accumulate output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(++s.StepIndex == Steps.Length) s.Status = "DONE";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(StepException)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s.Status = "COMPENSATING";            // hand off to the unwinder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            // durable after every step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tx.CommitAsync(ct);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async Task CompensateAsync(string sagaId, CancellationToken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using var tx = await db.Database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.BeginTransactionAsync(IsolationLevel.ReadCommitted,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s = await db.Sagas.FromSqlInterpolated(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$"SELECT * FROM sagas WHERE id = {sagaId} FOR UPDATE").FirstAsync(ct);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foreach (var step in Steps.Take(s.StepIndex).Reverse())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InvokeAsync(Compensations[step], s.Context,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idempotencyKey: $"{sagaId}:{step}", ct);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s.Status = "FAILED";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db.SaveChangesAsync(ct);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tx.CommitAsync(ct);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Temporalio.Temporal).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 MassTransit Sagas is a closely-related alternative if you're already on MassTransit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your saga is plain C#, the Server makes it crash-proof</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Temporalio.Temporal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Activity classes — plain C</a:t>
            </a:r>
            <a:r>
              <a:rPr b="0" i="0" lang="en-US" sz="850" u="none" cap="none" strike="noStrike">
                <a:solidFill>
                  <a:srgbClr val="8FB98F"/>
                </a:solidFill>
                <a:latin typeface="Red Hat Mono"/>
                <a:ea typeface="Red Hat Mono"/>
                <a:cs typeface="Red Hat Mono"/>
                <a:sym typeface="Red Hat Mono"/>
              </a:rPr>
              <a:t># methods, registered with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PaymentActivity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Task&lt;string&gt; ChargeAsync(SagaInput input)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 RefundAsync(string paymentId)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_payments.RefundAsync(paymentId);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Workflow class — plain C</a:t>
            </a:r>
            <a:r>
              <a:rPr b="0" i="0" lang="en-US" sz="850" u="none" cap="none" strike="noStrike">
                <a:solidFill>
                  <a:srgbClr val="8FB98F"/>
                </a:solidFill>
                <a:latin typeface="Red Hat Mono"/>
                <a:ea typeface="Red Hat Mono"/>
                <a:cs typeface="Red Hat Mono"/>
                <a:sym typeface="Red Hat Mono"/>
              </a:rPr>
              <a:t>#, deterministic; runs in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saga = new Saga();              // SDK helper for compensations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a.RefundAsync(paymentId),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a.ReserveAsync(input, 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a.ReleaseAsync(reservationId),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(ShippingActivity a) =&gt; a.BookAsync(input, 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saga.CompensateAsync();   // unwinds in reverse 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throw;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plain C# classes; Temporal's built-in Saga helper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Trigger  { PayOk, ReserveOk, ShipOk, Delivered, StepFail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1) Configure the machine — states, triggers, actions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FulfillmentSagaMachine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readonly StateMachine&lt;State, Trigger&gt; _sm;</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State CurrentState =&gt; _sm.State;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string OrderId { get;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FulfillmentSagaMachine(string orderId, State 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IPaymentService payments,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IInventoryService inventory,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IShippingService shipping)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OrderId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 = new StateMachine&lt;State, Trigger&gt;(initial);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_sm.Configure(State.Created)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.Permit(Trigger.PayOk, 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payments.ChargeAsync(orderId));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.Permit(Trigger.ReserveOk, 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inventory.ReserveAsync(orderId));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.Permit(Trigger.ShipOk, State.Shipped)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shipping.BookAsync(orderId));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State.Failed)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CompensateAsync(orderId));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Task FireAsync(Trigger t) =&gt; _sm.FireAsync(t);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2) Drive it — events come from REST, Kafka, anywhere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FulfillmentService(SagaDbContext db, ISagaActivityResolver resolver)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OnAsync(string orderId, Trigger trigger, CancellationToken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row = await db.Sagas.FindAsync([orderId], ct);                  // restore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sm = resolver.Build(orderId, row!.CurrentState);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sm.FireAsync(trigger);                                        // run transition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row.CurrentState = sm.CurrentState;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db.SaveChangesAsync(ct);                                      // save new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ProblemDetails (RFC 9457) ships in the box with ASP.NET Core since .NET 6.</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.NET 8 added IExceptionHandler — the central mapping seam for typed exceptions.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place: domain → wire (the single global exception-to-response seam)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ctx.Response.ContentType = "application/problem+json";    // RFC 9457</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Grpc.Core;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Google.Rpc;            // ErrorInfo, RetryInfo, 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override async Task&lt;ReserveReply&gt; ReserveStock(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ReserveRequest req, ServerCallContext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(_inventoryDown)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new Google.Rpc.Status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Code    = (int)Code.Unavailable,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Message = "inventory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Details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ErrorInfo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Reason = "STOCK_DOWN", Domain = "inventory"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RetryInfo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RetryDelay = Duration.FromTimeSpan(TimeSpan.FromSeconds(2))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grpc-dotnet: throw RpcException with the rich status in trailers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status.ToRpcException();           // extension from Grpc.StatusProto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ToReply(await _stock.ReserveAsync(req));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MassTransit</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MassTransit treats Kafka topics as receive endpoints with full retry policies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(in-process) and redelivery policies (delayed retry via scheduler).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builder.Services.AddMassTransit(x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x.AddConsumer&lt;OrderConsumer&gt;(cfg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cfg.UseMessageRetry(r =&gt;                          // in-place retries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r.Exponential(retryLimit: 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minInterval: TimeSpan.FromMilliseconds(200),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maxInterval: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intervalDelta: TimeSpan.FromMilliseconds(500))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.Ignore&lt;ValidationException&gt;());             // 4xx → fault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cfg.UseScheduledRedelivery(r =&gt;                   // delayed-retry topics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r.Intervals(TimeSpan.FromSeconds(5),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TimeSpan.FromMinutes(5)));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x.UsingKafka((ctx, k)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k.Host("kafka:9092");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k.TopicEndpoint&lt;Order&gt;("orders", "order-group", e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e.ConfigureConsumer&lt;OrderConsumer&gt;(ctx);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faulted messages → orders_error topic automatically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OrderConsumer(IEmailSender mail) : IConsumer&lt;Order&gt;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Consume(ConsumeContext&lt;Order&gt; ctx) =&gt; mail.SendAsync(ctx.Message);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retry policy fires; exhausted → redelivery; exhausted again → _error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UseMessageRetry + UseScheduledRedelivery + automatic _error topic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HotChocolate: implement IErrorFilter to map exceptions to GraphQL errors[]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failing field becomes null, the rest of the data still returns.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GraphQLErrorFilter : IErrorFilter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IError OnError(IError error)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error.Exception switch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InventoryUnavailable iu =&gt;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.WithMessage(iu.Message)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.WithCode("UNAVAILABLE")                  // → extensions.code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.SetExtension("retryable",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.SetExtension("traceId", Activity.Current?.TraceId.ToString())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.RemoveException(),                       // don't leak stack trace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 =&gt; error                                    // default for everything else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builder.Services.AddGraphQLServer()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.AddErrorFilter&lt;GraphQLErrorFilter&gt;()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.AddQueryType&lt;Query&gt;();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Field resolver — throws normally; the filter turns it into a GraphQL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[ExtendObjectType&lt;Order&gt;]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OrderExtensions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Task&lt;int&gt; GetStock(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[Parent] Order order, IInventoryService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 return await inventory.RemainingAsync(order.Sku);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(UpstreamException)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throw new InventoryUnavailable("inventory unavailable");  // nulls field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 @Timeout, @Retry + jitter, @CircuitBreaker, retry budget —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 and the contracts —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 and which ones your API actually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 OpenAPI, .proto, Avro —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domain — the core declares the interfaces (ports) it needs; no framework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IOrderRepository { Task SaveAsync(Order order,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IEventPublisher  { Task PublishAsync(IDomainEvent e,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pure application logic; C</a:t>
            </a:r>
            <a:r>
              <a:rPr b="0" i="0" lang="en-US" sz="1000" u="none" cap="none" strike="noStrike">
                <a:solidFill>
                  <a:srgbClr val="8FB98F"/>
                </a:solidFill>
                <a:latin typeface="Red Hat Mono"/>
                <a:ea typeface="Red Hat Mono"/>
                <a:cs typeface="Red Hat Mono"/>
                <a:sym typeface="Red Hat Mono"/>
              </a:rPr>
              <a:t># 12 primary constructor — no DI annotations needed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PlaceOrder(IOrderRepository repo, IEventPublisher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HandleAsync(PlaceOrderCmd cmd,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repo.SaveAsync(order,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events.PublishAsync(new OrderPlaced(order.Id),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adapter — a driving adapter; gRPC/GraphQL adapters look the same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OrderController(PlaceOrder placeOrder)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 public Task&lt;Order&gt; Place(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 CancellationToken ct)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placeOrder.HandleAsync(body.ToCmd(),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outbound adapters (separate project): EfCoreOrderRepository : IOrderRepository,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MassTransitEventPublisher : IEventPublisher.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Wire them up in Program.cs: builder.Services.AddScoped&lt;IOrderRepository, …&gt;();</a:t>
            </a:r>
            <a:endParaRPr b="0" i="0" sz="10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MassTransit publisher). Swap or add one without touching PlaceOrder.</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 not the components themselves —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 the 5xx blips users actually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 not a single setting —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that's deliberately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 — set the budget; the host honours it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o.ShutdownTimeout = TimeSpan.FromSeconds(30);     // total budget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o.BackgroundServiceExceptionBehavior =             // tolerate handler errors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BackgroundServiceExceptionBehavior.Ignore;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Flip readiness DOWN on shutdown via a mutable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ReadinessCheck :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volatile bool _ready =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MarkUnready() =&gt; _ready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Task&lt;HealthCheckResult&gt; CheckHealthAsync(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HealthCheckContext ctx,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Task.FromResult(_ready ? HealthCheckResult.Healthy() : HealthCheckResult.Unhealthy());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BackgroundService per long-running concern; StopAsync gets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KafkaConsumerHost(IConsumer&lt;string, Order&gt; consumer,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ReadinessCheck readiness,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IHostApplicationLifetime lifetime)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Handle(result, ct);                 // your 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consumer.Commit(result);                  // ack after side-effect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 StopAsync(CancellationToken ct)        // ←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readiness.MarkUnready();                      // /healthz/ready → 503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consumer.Close();                             // commit + leave group cleanly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base.StopAsync(ct);                     // bounded by ShutdownTimeout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HostOptions.ShutdownTimeout bounds the drain; each BackgroundService's StopAsync is your hook. Flip readiness DOWN first so Kubernetes stops routing.</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/healthz/ready,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must NOT fail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/healthz/live,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for free —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MassTransit consumer Stop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kind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Internal traffic is where most L7 decisions actually happen.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MassTransit,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 each making a different kind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journey</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really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MassTransit RoutingSlip + NRules: when the routing logic is a business rule, push it into the app — EIP-shaped pipeline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t>
            </a:r>
            <a:r>
              <a:rPr b="0" i="0" lang="en-US" sz="1300" u="none" cap="none" strike="noStrike">
                <a:solidFill>
                  <a:srgbClr val="8FB98F"/>
                </a:solidFill>
                <a:latin typeface="Red Hat Mono"/>
                <a:ea typeface="Red Hat Mono"/>
                <a:cs typeface="Red Hat Mono"/>
                <a:sym typeface="Red Hat Mono"/>
              </a:rPr>
              <a:t># TLS termination here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map directive — declarative routing table on a header value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map $http_x_app_version $upstream_pool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   order_v1;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      order_v2;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"v2beta"  order_v2_beta;</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server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listen 443 ssl http2;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     /etc/nginx/certs/tls.crt;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ssl_certificate_key /etc/nginx/certs/tls.key;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/api/orders/ {                       </a:t>
            </a:r>
            <a:r>
              <a:rPr b="0" i="0" lang="en-US" sz="1300" u="none" cap="none" strike="noStrike">
                <a:solidFill>
                  <a:srgbClr val="8FB98F"/>
                </a:solidFill>
                <a:latin typeface="Red Hat Mono"/>
                <a:ea typeface="Red Hat Mono"/>
                <a:cs typeface="Red Hat Mono"/>
                <a:sym typeface="Red Hat Mono"/>
              </a:rPr>
              <a:t># path-based routing</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proxy_pass http://$upstream_pool;         </a:t>
            </a:r>
            <a:r>
              <a:rPr b="0" i="0" lang="en-US" sz="1300" u="none" cap="none" strike="noStrike">
                <a:solidFill>
                  <a:srgbClr val="8FB98F"/>
                </a:solidFill>
                <a:latin typeface="Red Hat Mono"/>
                <a:ea typeface="Red Hat Mono"/>
                <a:cs typeface="Red Hat Mono"/>
                <a:sym typeface="Red Hat Mono"/>
              </a:rPr>
              <a:t># picked by the map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proxy_set_header X-Request-Id $request_id;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 ^/api/grpc/ {                       </a:t>
            </a:r>
            <a:r>
              <a:rPr b="0" i="0" lang="en-US" sz="1300" u="none" cap="none" strike="noStrike">
                <a:solidFill>
                  <a:srgbClr val="8FB98F"/>
                </a:solidFill>
                <a:latin typeface="Red Hat Mono"/>
                <a:ea typeface="Red Hat Mono"/>
                <a:cs typeface="Red Hat Mono"/>
                <a:sym typeface="Red Hat Mono"/>
              </a:rPr>
              <a:t># gRPC traffic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grpc_pass grpc://orders_grpc_pool;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 don't terminate —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actually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 it's robust to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truly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route: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90                              </a:t>
            </a:r>
            <a:r>
              <a:rPr b="0" i="0" lang="en-US" sz="1100" u="none" cap="none" strike="noStrike">
                <a:solidFill>
                  <a:srgbClr val="8FB98F"/>
                </a:solidFill>
                <a:latin typeface="Red Hat Mono"/>
                <a:ea typeface="Red Hat Mono"/>
                <a:cs typeface="Red Hat Mono"/>
                <a:sym typeface="Red Hat Mono"/>
              </a:rPr>
              <a:t># 90% on the stable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10                              </a:t>
            </a:r>
            <a:r>
              <a:rPr b="0" i="0" lang="en-US" sz="1100" u="none" cap="none" strike="noStrike">
                <a:solidFill>
                  <a:srgbClr val="8FB98F"/>
                </a:solidFill>
                <a:latin typeface="Red Hat Mono"/>
                <a:ea typeface="Red Hat Mono"/>
                <a:cs typeface="Red Hat Mono"/>
                <a:sym typeface="Red Hat Mono"/>
              </a:rPr>
              <a:t># 10% on the canary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DestinationRule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subsets: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v2 }</a:t>
            </a:r>
            <a:endParaRPr b="0" i="0" sz="11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x-request-id: "%REQ(x-request-id)%"      # propagate or create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x-tenant-id: "%DOWNSTREAM_PEER_CERT_V_END%"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correlation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doesn't scale — they're owned by domain experts, change often, and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(MassTransit RoutingSlip,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MassTransit RoutingSlip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MassTransit owns the EIP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MassTransit RoutingSlip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MassTransit (Apache 2.0) + NRules (MIT) — both NuGet, both open source.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enriches the message, evaluates rules, then builds a RoutingSlip.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record OrderFact(string OrderId, long AmountCents, Customer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string? WhereTo { get; set; }                   // rules write this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OrderRouter(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HttpClient lookup,                                     // customer-svc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ISession rulesSession) : IConsumer&lt;OrderInbound&gt;       // NRules 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Consume(ConsumeContext&lt;OrderInbound&gt;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1) enrich — fetch the customer for the decision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customer = await lookup.GetFromJsonAsync&lt;Customer&gt;(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$"http://customer-svc/lookup/{ctx.Message.OrderId}")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fact = new OrderFact(ctx.Message.OrderId,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ctx.Message.AmountCents,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2) evaluate — NRules fires matching rules, sets fact.WhereTo</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rulesSession.Insert(fact);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rulesSession.Fire();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3) dispatch — build a RoutingSlip from WhereTo and execute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builder = new RoutingSlipBuilder(NewId.NextGuid());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foreach (var dest in (fact.WhereTo ?? "queue:orders.default").Split(','))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builder.AddActivity("Forward",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Uri($"queue:forward-to_{Sanitize(dest)}"),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Destination = dest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ctx.Execute(builder.Build());                 // MassTransit dispatches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Program.cs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builder.Services.AddSingleton&lt;ISessionFactory&gt;(_ =&gt; CreateNRulesFactory());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builder.Services.AddScoped&lt;ISession&gt;(p =&gt; p.GetRequiredService&lt;ISessionFactory&gt;().CreateSession());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builder.Services.AddMassTransit(x =&gt; { x.AddConsumer&lt;OrderRouter&gt;(); /* + UsingKafka */ });</a:t>
            </a:r>
            <a:endParaRPr b="0" i="0" sz="85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RoutingSlip dispatch — the canonical content-based-router EIP,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Rules live in their own NuGet/csproj — owned by domain experts via NRules.Language,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 by developers via this fluent C</a:t>
            </a:r>
            <a:r>
              <a:rPr b="0" i="0" lang="en-US" sz="900" u="none" cap="none" strike="noStrike">
                <a:solidFill>
                  <a:srgbClr val="8FB98F"/>
                </a:solidFill>
                <a:latin typeface="Red Hat Mono"/>
                <a:ea typeface="Red Hat Mono"/>
                <a:cs typeface="Red Hat Mono"/>
                <a:sym typeface="Red Hat Mono"/>
              </a:rPr>
              <a:t># form (NRules.Fluent). Same Rete engine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EuropeanOrderRule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f.Customer.Region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truly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silently breaking elasticity —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payments.acme.svc.cluster.local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trafficPolicy: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connectionPool: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 http2MaxRequests: 1000, maxRequestsPerConnection: 10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outlierDetection:                              </a:t>
            </a:r>
            <a:r>
              <a:rPr b="0" i="0" lang="en-US" sz="1000" u="none" cap="none" strike="noStrike">
                <a:solidFill>
                  <a:srgbClr val="8FB98F"/>
                </a:solidFill>
                <a:latin typeface="Red Hat Mono"/>
                <a:ea typeface="Red Hat Mono"/>
                <a:cs typeface="Red Hat Mono"/>
                <a:sym typeface="Red Hat Mono"/>
              </a:rPr>
              <a:t># eject bad pods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consecutive5xxErrors: 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interval: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baseEjectionTime: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loadBalancer: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localityLbSetting: { enabled: true }         </a:t>
            </a:r>
            <a:r>
              <a:rPr b="0" i="0" lang="en-US" sz="1000" u="none" cap="none" strike="noStrike">
                <a:solidFill>
                  <a:srgbClr val="8FB98F"/>
                </a:solidFill>
                <a:latin typeface="Red Hat Mono"/>
                <a:ea typeface="Red Hat Mono"/>
                <a:cs typeface="Red Hat Mono"/>
                <a:sym typeface="Red Hat Mono"/>
              </a:rPr>
              <a:t># prefer same zone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v1, labels: { version: v1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v2, labels: { version: v2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v1 }, weight: 95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(MassTransit RoutingSlip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MassTransit documentation (RoutingSlip activities + receive endpoints); NRules documentation (Fluent API + NRules.Language + NRules.Testing); YARP docs for the reverse-proxy library. For DMN specifically, Camunda DMN engine docs — run as a separate service called over REST when you genuinely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 Reference</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honest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rcRect b="0" l="0" r="0" t="0"/>
          <a:stretch/>
        </p:blipFill>
        <p:spPr>
          <a:xfrm>
            <a:off x="2384950" y="1600200"/>
            <a:ext cx="7421793" cy="4526279"/>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or Apache 2.0;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3">
            <a:alphaModFix/>
          </a:blip>
          <a:srcRect b="0" l="0" r="0" t="0"/>
          <a:stretch/>
        </p:blipFill>
        <p:spPr>
          <a:xfrm>
            <a:off x="2838707" y="1600200"/>
            <a:ext cx="6514284" cy="4526278"/>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HONEST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genuinely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Camunda or Kogito DMN as a separate service and call it over REST from your enrichment step. NRules covers the rule-engine slot but not the DMN UX.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Apache Camel ecosystem — nothing in .NET matches the breadth of Camel's 300+ component connectors. MassTransit's RoutingSlip covers EIP patterns well, but for integration with truly long-tail systems (HL7, AS2, EDI, mainframe connectors) you may still want a Camel sidecar in a JVM Pod — or commercial alternatives like Boomi / MuleSoft if open source isn't a hard constraint.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 complexity — Microsoft.Extensions.DependencyInjection is intentionally simple. For property injection, decorators, or advanced lifetime scopes, look at Autofac (MIT) or Lamar (MIT) — both drop-in replacements.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MediatR is no longer open source — it moved to a commercial license in late 2024. Wolverine (MIT) is the modern OSS equivalent and arguably better; consider it for new projects.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These are real gaps, not hidden traps — in each case there is either a workable .NET path, a polyglot path, or a commercial path. The .NET cloud-native story is solid for &gt;95% of cases; the remaining 5% is where you mix runtimes or accept a different trade-off.</a:t>
            </a:r>
            <a:endParaRPr b="0" i="0" sz="17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 dotnet new web; add Microsoft.AspNetCore.OpenApi, AspNetCore.HealthChecks.NpgSql, OpenTelemetry.Extensions.Hosting. Map health checks at /healthz/live and /healthz/ready; expose ActivitySource-based telemetry from line 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if (and only if) you genuinely need GraphQL aggregation. Don't surface all three by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Add MassTransit only when you actually need bus abstraction (or use Confluent.Kafka directly for tighter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Six libraries get you 95% of the way: ASP.NET Core, EF Core, MassTransit, Temporalio.Temporal, OpenTelemetry, Polly. Add NRules / Streamiz / HotChocolate / SignalR per workload — only when the use case earns them.</a:t>
            </a:r>
            <a:endParaRPr b="0" i="0" sz="170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ASP.NET Core minimal API + IHttpClientFactory — content-aware proxy that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reads the request body and forwards to the new service or the monolith.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 production this usually lives in a separate sidecar / YARP, but the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minimal API shape shows the pattern.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app.MapPost("/orders", async (HttpContext ctx, IHttpClientFactory factory)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body = await ctx.Request.ReadFromJsonAsync&lt;JsonObject&gt;()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throw new BadHttpRequestException("empty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decide by payload content, not 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tenant = body["tenant"]?.GetValue&lt;string&gt;()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region = body["region"]?.GetValue&lt;string&gt;()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upstream = (tenant, region) switch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("acme", _) =&gt; factory.CreateClient("orders"),    // new 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"EU")  =&gt; factory.CreateClient("ordersEu"),  // regional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=&gt; factory.CreateClient("monolith")   // default: legacy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response = await upstream.PostAsJsonAsync("/orders",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stream =&gt; await response.Content.CopyToAsync(stream),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response.Content.Headers.ContentType?.ToString());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 MassTransit + IHttpClientFactory</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ASP.NET Core controller that wraps a legacy /orders API and adds: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Redis cache via IDistributedCache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Kafka event emission via MassTransit IPublishEndpoint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The legacy service is unchanged.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[ApiController, Route("orders")]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OrdersDecorator(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IHttpClientFactory 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IDistributedCache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IPublishEndpoint   bus,            // MassTransit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ILogger&lt;OrdersDecorator&gt; log) : ControllerBase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DistributedCacheEntryOptions TTL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AbsoluteExpirationRelativeToNow = TimeSpan.FromSeconds(60)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[HttpGet("{id}")]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Get(string id,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key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cached = await cache.GetStringAsync(key, ct);                  // 1.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if (cached is not null)</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Ok(JsonSerializer.Deserialize&lt;Order&gt;(cached));          //    hit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                      // 2. legacy fallback</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legacy.GetFromJsonAsync&lt;Order&gt;(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$"/orders/{id}",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KeyNotFoundException();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cache.SetStringAsync(key, JsonSerializer.Serialize(order),   // 3. populate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TTL,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[HttpPost]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Place(Order body,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legacy.PostAsJsonAsync("/orders", body, ct)     // 1. legacy first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.ContinueWith(t =&gt; t.Result.Content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.ReadFromJsonAsync&lt;Order&gt;(ct).Result,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OrderPlaced(order!.Id, order.Total), ct);    // 2. emit event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cache.RemoveAsync($"order:{order.Id}", ct);                 // 3. invalidate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genuinely hard part; doing it with multiple AddDbContext&lt;T&gt; registrations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powerful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actually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ASP.NET Core + EF Core + IDistributedCache (Redis-backed).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builder.Services.AddStackExchangeRedisCache(o =&gt; o.Configuration = "redis:6379");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builder.Services.AddDbContext&lt;ShopDb&gt;(o =&gt; o.UseNpgsql(...));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ILogger&lt;ProductsController&gt; log)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Ok(JsonSerializer.Deserialize&lt;Product&gt;(cached));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ct);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FusionCache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FusionCache (MIT, open-source)</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FusionCache: open-source (MIT), the modern .NET cache library with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stampede protection, fail-safe, and L1+L2 (memory+Redis) layering.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builder.Services.AddFusionCache()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.WithSerializer(new FusionCacheSystemTextJsonSerializer())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.WithDistributedCache(sp =&gt; sp.GetRequiredService&lt;IDistributedCache&gt;())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.WithDefaultEntryOptions(o =&gt; o.Duration = TimeSpan.FromSeconds(60)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.SetFailSafe(true,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[ApiController, Route("products")]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ProductsController(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ShopDb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IFusionCache cache) : ControllerBase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[HttpGet("{id}")]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GetOrSetAsync IS read-through. Factory runs only on miss.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Built-in stampede protection: concurrent misses for the same key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invoke the factory ONCE; the rest await the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product = await cache.GetOrSetAsync&lt;Product&gt;(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async token =&gt; await db.Products.FindAsync([id], token),     // loader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product is null ? NotFound() : Ok(product);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[HttpPut("{id}")]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id, Product body,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 = await db.Products.FindAsync([id], ct) ?? return NotFound();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p.Update(body);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Write the new value directly (write-through) OR remove (write-with-invalidate):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cache.RemoveAsync($"product:{id}",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Ok(p);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GetOrSetAsync IS read-through. Factory runs only on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OR  + FusionCache</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Two flavours: explicit IDistributedCache write, or FusionCache.SetAsync.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cache.SetStringAsync($"product:{id}",                     // 2. cache second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                      //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ProductsFusionController(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IFusionCache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cache.SetAsync($"product:{id}", p, token: ct);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Common with append-heavy data: events, audit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 go straight to the DB.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Reads use cache-aside / FusionCache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EventsController(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DB only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deliberately NOT writing the cache — most events read ≤ 1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[HttpPost("with-invalidate")]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cache.RemoveAsync($"event:{body.Id}", ct);     // defensive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Ok(JsonSerializer.Deserialize&lt;Event&gt;(cached));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 = await db.Events.FindAsync([id],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DistributedCacheEntryOptions { AbsoluteExpirationRelativeToNow = TimeSpan.FromSeconds(60) },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BackgroundService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BackgroundService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BackgroundService is the canonical ASP.NET Core long-running task host.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(StackExchange.Redis) gives us SPOP for batch dequeue.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[ApiController, Route("metrics")]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MetricsController(IConnectionMultiplexer redis) : ControllerBase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[HttpPut("{id}")]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Task&lt;IActionResult&gt; Write(string id, Metric body,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1. write only to Redis; return immediately (202)</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r.HashSetAsync($"metric:{id}", body.ToHashEntries());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                  // mark for flush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Accepted();                                          // microseconds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MetricsFlusher(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EF Core needs scoped DbContext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ILogger&lt;MetricsFlusher&gt; log)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const int Batch = 100;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2. SPOP up to Batch dirty keys atomically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ids = await r.SetPopAsync("metric:dirty", Batch);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(ids.Length == 0) { await Task.Delay(1000, ct); continue;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hash = await r.HashGetAllAsync($"metric:{id}");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db.Metrics.Add(Metric.FromHash(id!, hash));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db.SaveChangesAsync(ct);                       // batch insert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catch (Exception ex)</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log.LogError(ex, "flush failed; re-marking {Count} dirty", ids.Length);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3. on failure, re-mark dirty for retry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Program.cs: builder.Services.AddHostedService&lt;MetricsFlusher&gt;();</a:t>
            </a:r>
            <a:endParaRPr b="0" i="0" sz="75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dirty set is the key idea — it tells the flusher what to drain. Failed batches go back on the set for retry.</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Two approaches: (1) BackgroundService + sorted-set hot-key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(2) FusionCache built-in EagerRefreshThreshold.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1: explicit sorted-set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ProductService(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ShopDb db,</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static readonly TimeSpan TTL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Task&lt;Product?&gt; FindAsync(string id,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r.SortedSetAddAsync("product:hot", 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DateTimeOffset.UtcNow.ToUnixTimeMilliseconds());  // touch hot-set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cached = await r.StringGetAsync($"product:{id}");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(cached.HasValue) return JsonSerializer.Deserialize&lt;Product&gt;(cached!);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null) return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 JsonSerializer.Serialize(p),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p;</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HotKeyRefresher(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Task.Delay(5000,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remove keys not touched in 5 minutes; refresh those with low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cutoff = DateTimeOffset.UtcNow.AddMinutes(-5).ToUnixTimeMilliseconds();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r.SortedSetRemoveRangeByScoreAsync("product:hot", 0, cutoff);</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hotIds = await r.SortedSetRangeByRankAsync("product:hot");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hotIds)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ttl = await r.KeyTimeToLiveAsync($"product:{id}");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(ttl is { TotalSeconds: &gt; 0 and &lt; 10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db.Products.FindAsync([id.ToString()],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not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JsonSerializer.Serialize(p), TTL);    //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2: FusionCache built-in eager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builder.Services.AddFusionCache().WithDefaultEntryOptions(o =&gt;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o.Duration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.SetEagerRefresh(0.8f));    // refresh when 80% of TTL elapsed</a:t>
            </a:r>
            <a:endParaRPr b="0" i="0" sz="75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kind of failure — unpredictable. Always set explicit AbsoluteExpirationRelativeToNow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 that's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 they simply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 the platform layer underneath all of the above. The next slides cover each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 connection pools, thread pools, async semaphores, queues —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GracefulShutdown(IHostApplicationLifetime life) : IHostedService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static volatile bool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StartAsync(CancellationToken ct)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life.ApplicationStopping.Register(() =&gt; {   // SIGTERM → this fires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Draining = true;                         // 1. readiness →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Thread.Sleep(5_000);                     // 2. let the LB stop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host then drains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StopAsync(CancellationToken ct) =&gt;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builder.Services.AddHostedService&lt;GracefulShutdown&gt;();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builder.Services.Configure&lt;HostOptions&gt;(o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o.ShutdownTimeout = TimeSpan.FromSeconds(30));   // drain window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app.MapHealthChecks("/readyz",</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 Predicate = _ =&gt; !GracefulShutdown.Draining });</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AWS Builders' Library (timeouts, retries, backoff with jitter);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Task&lt;Receipt&gt; 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Cart cart, [FromHeader(Name="X-User")] 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EvaluationContext.Builder()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.SetTargetingKey(user)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.Set("plan", cart.Plan).Set("region", cart.Region).Build();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"new-checkout":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 "ENABLED",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"variants": { "on": true, "off": 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"defaultVariant":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{"var": "plan"}, "enterprise" ] },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"fractional": [ {"var": "targetingKey"},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 25], ["off", 75]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unless deliberately killed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 deliberate flip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 on plain Podman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"Create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"method":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 [{ "key": "Idempotency-Key", "value": "{{$guid}}"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"{{base_url}}/orders",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"mode": "raw", "raw": "{\"sku\":\"A-1\",\"qty\":2}"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"listen": "test", "script": { "exec":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body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"pm.test('returns id', () =&gt; pm.expect(body).to.have.property('id'));",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"pm.collectionVariables.set('order_id', body.id);"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five backends</a:t>
            </a:r>
            <a:endParaRPr lang="en-US" sz="3000" dirty="0"/>
          </a:p>
        </p:txBody>
      </p:sp>
      <p:pic>
        <p:nvPicPr>
          <p:cNvPr id="6" name="Image 1" descr="./png/apxo-black-bo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service under test, then run the SAME 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dotnet run &amp;                            # http://localhost:8080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local.postman_environment.json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five.</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npm i -g newman newman-reporter-htmlextra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cli,junit,htmlextra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--reporter-junit-export results/newman.xml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--bail \                  # stop on first failure (fail fast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--timeout-request 5000     # per-request ceiling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data-driven: feed many inputs through the same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--iteration-data cases.csv   # csv columns become request variables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any runner with Podman + Node works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jobs: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runs-on: ubuntu-latest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uses: actions/checkout@v4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podman compose up -d         # order, payment, inventory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npm i -g newman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newman run orders.postman_collection.json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ci.postman_environment.json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 --reporter-junit-export results/newman.xml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on Podman, wait for readiness, run the collection —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Podman</a:t>
            </a:r>
            <a:endParaRPr lang="en-US" sz="3000" dirty="0"/>
          </a:p>
        </p:txBody>
      </p:sp>
      <p:pic>
        <p:nvPicPr>
          <p:cNvPr id="6" name="Image 1" descr="./png/apxo-ci-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 above unit tests, below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five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Podman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actually produces</a:t>
            </a:r>
          </a:p>
        </p:txBody>
      </p:sp>
      <p:pic>
        <p:nvPicPr>
          <p:cNvPr id="4" name="Picture 3" descr="29-dotnet-compilation.png"/>
          <p:cNvPicPr>
            <a:picLocks noChangeAspect="1"/>
          </p:cNvPicPr>
          <p:nvPr/>
        </p:nvPicPr>
        <p:blipFill>
          <a:blip r:embed="rId2"/>
          <a:stretch>
            <a:fillRect/>
          </a:stretch>
        </p:blipFill>
        <p:spPr>
          <a:xfrm>
            <a:off x="1642709" y="1600200"/>
            <a:ext cx="8906256"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2"/>
          <a:stretch>
            <a:fillRect/>
          </a:stretch>
        </p:blipFill>
        <p:spPr>
          <a:xfrm>
            <a:off x="1642709" y="1600200"/>
            <a:ext cx="8906256"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2"/>
          <a:stretch>
            <a:fillRect/>
          </a:stretch>
        </p:blipFill>
        <p:spPr>
          <a:xfrm>
            <a:off x="1939474" y="1600200"/>
            <a:ext cx="8312727" cy="4343400"/>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supported by Red Hat on OpenShift.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 (SDK, build only) → ubi9/dotnet-100-aspnet (runtime, ships) —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Dockerfiles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images are the same .NET runtime on a RHEL 9 base — freely redistributable, commercially supported on OpenShift.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