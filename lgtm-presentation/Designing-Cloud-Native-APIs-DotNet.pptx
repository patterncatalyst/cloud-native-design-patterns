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are mapped by hand in Example 01: /healthz is liveness (am I alive? if not, restart me, and Kubernetes kills the Pod) and never checks a dependency; /readyz is readiness (can I serve? if not, take me out of rotation but don't kill me): it opens a pooled Npgsql connection and runs SELECT 1, and when that fails it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AddHealthChecks with MapHealthChecks and the AspNetCore.HealthChecks.* community packages (MIT) are the framework route to the same pair; the example writes the handlers by hand so every language serves the same paths and bodies.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Confluent.Kafka consumer loop.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OutboxEntry entity manually as shown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the loop runs in a plain console worker that PosixSignalRegistration cancels on SIGTERM.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in its simplest .NET form: one SemaphoreSlim per tenant, created on first use. A tenant that floods the service fills only its own five slots and waits; other tenants keep their capacity.</a:t>
            </a:r>
            <a:endParaRPr/>
          </a:p>
          <a:p>
            <a:pPr indent="0" lvl="0" marL="0" rtl="0" algn="l">
              <a:lnSpc>
                <a:spcPct val="100000"/>
              </a:lnSpc>
              <a:spcBef>
                <a:spcPts val="0"/>
              </a:spcBef>
              <a:spcAft>
                <a:spcPts val="0"/>
              </a:spcAft>
              <a:buSzPts val="1400"/>
              <a:buNone/>
            </a:pPr>
            <a:r>
              <a:rPr lang="en-US"/>
              <a:t>Polly 8 offers the same isolation as a pipeline strategy: AddConcurrencyLimiter (Polly.RateLimiting) with a permit limit and a queue limit, one pipeline per tenant, combined with a timeout so a slow downstream fails fast. Microsoft.Extensions.Http.Resilience can attach such pipelines to named HttpClients.</a:t>
            </a:r>
            <a:endParaRPr/>
          </a:p>
          <a:p>
            <a:pPr indent="0" lvl="0" marL="0" rtl="0" algn="l">
              <a:lnSpc>
                <a:spcPct val="100000"/>
              </a:lnSpc>
              <a:spcBef>
                <a:spcPts val="0"/>
              </a:spcBef>
              <a:spcAft>
                <a:spcPts val="0"/>
              </a:spcAft>
              <a:buSzPts val="1400"/>
              <a:buNone/>
            </a:pPr>
            <a:r>
              <a:rPr lang="en-US"/>
              <a:t>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a BackgroundService with PeriodicTimer (or Quartz.NET on a cron) plus DistributedLock loads RUNNING sagas and calls AdvanceAsync again —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REST controller is a thin driving adapter — turn the HTTP body into a command and call the use case; a gRPC service or HotChocolate resolver is the same shape. The outbound ports are implemented by adapters (EfCoreOrderRepository for persistence, KafkaEventPublisher on Confluent.Kafka for events)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stops the host as soon as SIGTERM arrives, which leaves no time to fail readiness first. Example 21 replaces it with a ManualLifetime and takes the signal itself through PosixSignalRegistration; one SIGTERM, the only signal Kubernetes sends before SIGKILL, drives everything. The handler cancels the default action and flips a flag, so the hand-written /readyz answers 503 and the Service stops routing, then a task keeps the service serving for DRAIN_DELAY_SECONDS (5 s; it plays the part of a preStop sleep) while the endpoint removal propagates. It then calls StopApplication(): the host signals ApplicationStopping, Kestrel stops accepting and finishes in-flight requests, and every IHostedService gets StopAsync, all bounded by HostOptions.ShutdownTimeout (20 s here; the default is 30 s). ApplicationStopped disposes the data source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Npgsql 10.0.3,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StackExchange.Redis + Confluent.Kafka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Minimal cache-aside in ASP.NET Core. IDistributedCache is the Microsoft.Extensions.Caching abstraction; AddStackExchangeRedisCache wires it to Redis. The cache stores byte arrays (or strings); we JSON-serialize Product manually for type fidelity. The handler tries the cache first, falls back to EF Core's FindAsync on miss, populates the cache with a 60-second TTL, returns. The PUT path removes the cache entry after a successful DB write — invalidate-on-write. Note: IDistributedCache has no typed get/set API; it is low-level by design. For typed caching with retry, hedging and cache-stampede protection out of the box, FusionCache (the read-through slide) is the modern idiomatic alternative. For Redis failures, IDistributedCache's calls can throw RedisConnectionException — wrap in try/catch (or use Polly's resilience pipelines via Microsoft.Extensions.Http.Resilience) so a Redis outage falls back to EF Core and the read still works.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The .NET BCL doesn't ship a declarative read-through cache, but FusionCache (MIT, open-source) is the modern idiomatic answer — it gives you GetOrSetAsync with a factory function (the loader), built-in stampede protection, fail-safe fallback, and L1+L2 layering (in-memory +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for the conservative shop: HybridCache (new in .NET 9, Microsoft-built, similar semantics to FusionCache but Microsoft-supported).</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FusionCache is the modern .NET answer for declarative read-through caching — MIT licensed, actively maintained, with features the BCL caches don't have out of the box (stampede protection, fail-safe with stale-fallback, two-level L1+L2 cache). The Program.cs registration shows the typical setup: AddFusionCache, configure a JSON serializer, pair with IDistributedCache (Redis), set default duration and fail-safe behaviour. The controller uses GetOrSetAsync with a factory. The factory runs only on a cache miss, and FusionCache's built-in concurrency control ensures that if 100 concurrent requests hit the same missing key, the factory runs once and the other 99 await the result: no thundering herd. The fail-safe option (SetFailSafe) is the killer feature: when the factory throws (DB outage), FusionCache returns the stale cached value if available rather than propagating the failure. The trade vs IDistributedCache: you add a library dependency (24KB DLL), get safer caching out of the box. Alternative: HybridCache (Microsoft.Extensions.Caching.Hybrid, .NET 9+) gives similar L1+L2 semantics but is newer and the API is slightly different.</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uses IDistributedCache directly: save EF Core changes, then SetStringAsync to update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 loop started with the app (a BackgroundService works the same way) that SPOPs up to 100 dirty ids at once. SPOP is the right primitive: it removes and returns elements in one call, so two flusher instances would each get a distinct subset of ids and horizontal scale works. Each id is upserted with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PosixSignalRegistration catches the single SIGTERM and cancels the default immediate shutdown; the handler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the handler calls StopApplication(): Kestrel stops accepting and finishes in-flight requests within HostOptions.ShutdownTimeout (20 s), the data source is disposed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Npgsql</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builder = WebApplication.CreateBuilder(args);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 ConnectionStrings__Default from the environment (factor III) -&gt; NpgsqlDataSource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app.MapGet("/healthz", () =&gt; new { status = "ok" });          // liveness: the process is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app.MapGet("/readyz", async (NpgsqlDataSource db) =&gt;          // readiness: SELECT 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conn = await db.OpenConnectionAsync();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cmd = conn.CreateCommand();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cmd.CommandText = "SELECT 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cmd.ExecuteScalarAsync();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Results.Ok(new { status = "ready", checks = new { database = "ok"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 down: 503,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Results.Json(new { status = "down", checks = new { database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statusCode: StatusCodes.Status503ServiceUnavailable);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Confluent.Kafka consumer, idempotent upsert into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ct);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EF Core + Debezium CDC — the .NET reading of the outbox pattern.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OrderService(OrdersDbContext db) : IOrderService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CreateAsync(OrderIn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Order.From(body);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OutboxEntry(              // same txn —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AggregateType: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JsonSerializer.Serialize(order),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CreatedAt:     DateTimeOffset.UtcNow));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single local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                     // Debezium tails WAL → Kafka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json = JsonSerializer.Serialize(new { id, sku, quantity, status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notification-service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"notification-group",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consumer.Consume(TimeSpan.FromSeconds(1));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(cr is null) continue;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ProcessNotification(cr.Message.Value);     // do the 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StreamProcessor/Program.cs (excerpt)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config).StartAsync(cts.Token);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Environment.GetEnvironmentVariable("VALET_SECRET")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SemaphoreSlim</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 with a SemaphoreSlim;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TenantBulkhead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SemaphoreSlim&gt; _sems =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Task&lt;T&gt; HandleAsync&lt;T&gt;(string tenant, Func&lt;Task&lt;T&gt;&gt; 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sem = _sems.GetOrAdd(tenant, _ =&gt; new SemaphoreSlim(5));   // 5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sem.WaitAsync();               // blocks only this tenant when full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return await work();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 { sem.Release();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Polly 8 alternative: ResiliencePipelineBuilder().AddConcurrencyLimiter(permitLimit,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queueLimit) per tenant, from the Polly.RateLimiting package.</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SagaCoordinator(SagaDbContext db) : ISagaCoordinator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AdvanceAsync(string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.FirstAsync(ct);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(s.Status != "RUNNING") return;       // idempotent: already done/failed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await InvokeAsync(step, s.Context, ct);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s.Context[step] =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(++s.StepIndex == Steps.Length) s.Status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(StepException)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PublishAsync(IDomainEvent e,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a:t>
            </a:r>
            <a:r>
              <a:rPr b="0" i="0" lang="en-US" sz="900" u="none" cap="none" strike="noStrike">
                <a:solidFill>
                  <a:srgbClr val="8FB98F"/>
                </a:solidFill>
                <a:latin typeface="Red Hat Mono"/>
                <a:ea typeface="Red Hat Mono"/>
                <a:cs typeface="Red Hat Mono"/>
                <a:sym typeface="Red Hat Mono"/>
              </a:rPr>
              <a:t>#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HandleAsync(PlaceOrderCmd cmd,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OrderController(PlaceOrder placeOrder)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 public Task&lt;Order&gt; Place(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[FromBody] OrderIn body,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placeOrder.HandleAsync(body.ToCmd(),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outbound adapters (separate project): EfCoreOrderRepository : IOrderRepository,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Kafka publisher). Swap or add one without touching PlaceOrder.</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examples/21-graceful-shutdown/dotnet: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builder.Services.AddSingleton&lt;IHostLifetime, ManualLifetime&gt;();  // not ConsoleLifetime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app = builder.Build();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shuttingDown = false;                 // GET /readyz answers 503 once it is set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drainDelay = int.TryParse(Environment.GetEnvironmentVariable("DRAIN_DELAY_SECONDS"),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 var d) &amp;&amp; d &gt;= 0 ? d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PosixSignalRegistration.Create(PosixSignal.SIGTERM, ctx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ctx.Cancel = true;                    // the host does not stop at 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(shuttingDown) return;             // already draining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shuttingDown = true;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 Task.Run(async ()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Task.Delay(TimeSpan.FromSeconds(drainDelay));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app.Lifetime.StopApplication();   // 3. Kestrel stops accepting, finishes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app.Lifetime.ApplicationStopped.Register(() =&gt; dataSource.Dispose());   // 4. close the pool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MapGet /healthz (always 200), /readyz, /orders; app.Run();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ManualLifetime : IHostLifetime: WaitForStartAsync and StopAsync return Task.CompletedTask</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StopApplication() lets Kestrel drain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AspNetCore.HealthChecks.NpgSql, OpenTelemetry.Extensions.Hosting. Map health 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ProductsController(ShopDb db,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Ok(JsonSerializer.Deserialize&lt;Product&gt;(cached));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(await db.Products.FindAsync([id], ct) is not { } p) return NotFound(); // 2.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JsonSerializer.Serialize(p), TTL, ct);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FindAsync (404 when missing), p.Update(body), SaveChangesAsync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ct);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FusionCache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FusionCache (MIT, open-source)</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(MIT): GetOrSetAsync is read-through, one factory call per missing 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AddFusionCache() with Redis as L2, a 60 s duration, 5-minute fail-safe.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ProductsController(ShopDb db, IFusionCache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cache.GetOrSetAsync&lt;Product&gt;(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token =&gt; await db.Products.FindAsync([id], token),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 is null ? NotFound() : Ok(product);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(await db.Products.FindAsync([id], ct) is not { } p) return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token: ct);             // invalidate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GetOrSetAsync is read-through. Factory runs only on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or FusionCache</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flavours: explicit IDistributedCache write, or FusionCache.SetAsync.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(await db.Products.FindAsync([id], ct) is not { } p)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cache.SetStringAsync($"product:{id}",                     // 2. cache second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                      //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same controller on IFusionCache: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Append-heavy data: writes hit the DB only; reads use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EventsController(ShopDb db,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$"event:{id}";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Ok(JsonSerializer.Deserialize&lt;Event&gt;(cached));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 = await db.Events.FindAsync([id],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DistributedCacheEntryOptions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AbsoluteExpirationRelativeToNow = TimeSpan.FromSeconds(60)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Npgsql</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 = Task.Run(async () =&gt;                                     // the flusher, started at 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(!cts.Token.IsCancellationRequested)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cts.Token);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INSERT ... ON CONFLICT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 { logger.LogError(ex, "flush failed");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OrderService/Program.cs (excerpt, example 21): one SIGTERM drives the drain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shuttingDown = false;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PosixSignalRegistration.Create(PosixSignal.SIGTERM, ctx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ctx.Cancel = true;           // the app drains; the host does not stop at once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(shuttingDown) return;    // already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shuttingDown = true;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 = Task.Run(async ()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Task.Delay(TimeSpan.FromSeconds(drainDelay));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app.Lifetime.StopApplication();  // 3. Kestrel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app.MapGet("/healthz", () =&gt; new { status = "ok"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app.MapGet("/readyz", () =&gt; shuttingDown                    // (the example also pings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Results.Json(new { ready = false, reason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Results.Ok(new { ready = true }));                    //  Postgres here)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(HttpContext ctx, NpgsqlDataSource db)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(shuttingDown)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pool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