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 new consumers can read old data) is set once per artifact and then enforced automatically forever. Tie it back: this is design-first from section 1,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complementary bulkheads. First, the in-process Semaphore caps concurrent in-flight work per tenant — once 5 are running, a new request waits up to 500ms then fails fast with 503. The fail-fast is critical: if the downstream is slow, we don't queue requests until they pile up, we tell the caller now and let them back off. Second, per-tenant aiohttp.TCPConnector instances cap sockets per tenant — a tenant cannot exhaust the TCP socket pool with one storm. The two together provide both work-isolation (semaphore) and socket-isolation (connector). For critical isolation, you can also run per-tenant Pod replicas of the service: Kubernetes-level bulkheading.</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 ErrorInfo with a machine reason and domain, and RetryInfo telling the client exactly how long to wait before retrying. abort_with_status puts all of it in the trailers. The key discipline: don't overload a generic INTERNAL code for everything —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the client is constructed with an explicit timeout (httpx defaults to no timeout, which is a classic foot-gun), and the handler honours an inbound deadline, refusing to start work it cannot finish and propagating the remaining budget downstream in a header. asyncio.wait_for is the belt-and-braces total-time bound. gRPC propagates deadlines through the deadline parameter without extra code; for HTTP you carry it in a header convention like X-Deadline-Ms and honour it at each hop.</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 is the idiomatic Python retry library. The decorator encodes all four correct properties: retry only on transient transport errors (not on 4xx, not on business errors), exponential backoff with jitter, a hard cap on attempts, and reraise so the final failure surfaces. The two comments carry the discipline: only idempotent operations (a GET, or a POST with an idempotency key), and always pair with a circuit breaker so you stop retrying a dependency that is clearly down rather than hammering it.</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purgatory is a small async circuit-breaker library. The breaker is keyed per dependency ('payment') — the comment stresses one-per-dependency, never global. While the breaker is OPEN, entering the context raises OpenedState immediately without attempting the call, which is the fail-fast behaviour that stops cascading. The except branch is the fallback: instead of erroring, we enqueue the order to an outbox and return a pending status — graceful degradation. aiobreaker and a hand-rolled breaker are alternatives; the shape is the same.</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Appendix H covers the Kubernetes half (preStop hook, terminationGracePeriodSeconds).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 + aiohttp</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bulkheads using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tenant cannot starve others; one compromised tenant cannot cascade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asyncio import Semaphore, TimeoutError, wait_for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collections import defaultdict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5 concurrent requests per tenant; new ones wait or get rejected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BULKHEADS: dict[str, Semaphore] = defaultdict(lambda: Semaphore(5))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place_order(req: OrderRequest, tenant: str = Depends(current_tenant)):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 = BULKHEADS[tenant]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acquire-with-timeout: fail fast if the bulkhead is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wait_for(bulkhead.acquire(), timeout=0.5)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TimeoutError: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HTTPException(503, f"tenant {tenant}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downstream.place(req)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bulkhead.release()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HTTP connection pools  —  socket-level isolation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TENANT_SESSIONS: dict[str, aiohttp.ClientSession]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session_for(tenant: str) -&gt;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tenant not in TENANT_SESSIONS: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TENANT_SESSIONS[tenant] =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connector=aiohttp.TCPConnector(limit=20))    </a:t>
            </a:r>
            <a:r>
              <a:rPr b="0" i="0" lang="en-US" sz="900" u="none" cap="none" strike="noStrike">
                <a:solidFill>
                  <a:srgbClr val="8FB98F"/>
                </a:solidFill>
                <a:latin typeface="Red Hat Mono"/>
                <a:ea typeface="Red Hat Mono"/>
                <a:cs typeface="Red Hat Mono"/>
                <a:sym typeface="Red Hat Mono"/>
              </a:rPr>
              <a:t># 20 sockets per 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TENANT_SESSIONS[tenant]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Cloud-Native Patterns and Architecture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httpx, asyncio,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Every client has an explicit timeout  —  the httpx default is None (infinite)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client = httpx.AsyncClient(timeout=httpx.Timeout(2.0,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charge(order: dict, deadline_ms: int)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deadline_ms - elapsed_ms()        </a:t>
            </a:r>
            <a:r>
              <a:rPr b="0" i="0" lang="en-US" sz="1100" u="none" cap="none" strike="noStrike">
                <a:solidFill>
                  <a:srgbClr val="8FB98F"/>
                </a:solidFill>
                <a:latin typeface="Red Hat Mono"/>
                <a:ea typeface="Red Hat Mono"/>
                <a:cs typeface="Red Hat Mono"/>
                <a:sym typeface="Red Hat Mono"/>
              </a:rPr>
              <a:t># budget left for this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a:t>
            </a:r>
            <a:r>
              <a:rPr b="0" i="0" lang="en-US" sz="1100" u="none" cap="none" strike="noStrike">
                <a:solidFill>
                  <a:srgbClr val="8FB98F"/>
                </a:solidFill>
                <a:latin typeface="Red Hat Mono"/>
                <a:ea typeface="Red Hat Mono"/>
                <a:cs typeface="Red Hat Mono"/>
                <a:sym typeface="Red Hat Mono"/>
              </a:rPr>
              <a:t># too little to finish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DeadlineExceeded("no budget left")  # fail fast, don't start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asyncio.wait_for(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client.post("/charge", json=order,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timeout=remaining / 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(asyncio.TimeoutError, httpx.TimeoutException):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HTTPException(504, "downstream timed out")</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tenacity import (retry, stop_after_attempt, wait_exponential_jitter,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retry_if_exception_type, before_sleep_log)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Retry only idempotent calls. Exponential backoff + jitter. Cap attempts.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retry=retry_if_exception_type(httpx.TransportError),   </a:t>
            </a:r>
            <a:r>
              <a:rPr b="0" i="0" lang="en-US" sz="1100" u="none" cap="none" strike="noStrike">
                <a:solidFill>
                  <a:srgbClr val="8FB98F"/>
                </a:solidFill>
                <a:latin typeface="Red Hat Mono"/>
                <a:ea typeface="Red Hat Mono"/>
                <a:cs typeface="Red Hat Mono"/>
                <a:sym typeface="Red Hat Mono"/>
              </a:rPr>
              <a:t># transient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a:t>
            </a:r>
            <a:r>
              <a:rPr b="0" i="0" lang="en-US" sz="1100" u="none" cap="none" strike="noStrike">
                <a:solidFill>
                  <a:srgbClr val="8FB98F"/>
                </a:solidFill>
                <a:latin typeface="Red Hat Mono"/>
                <a:ea typeface="Red Hat Mono"/>
                <a:cs typeface="Red Hat Mono"/>
                <a:sym typeface="Red Hat Mono"/>
              </a:rPr>
              <a:t># backoff + jitter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                             </a:t>
            </a:r>
            <a:r>
              <a:rPr b="0" i="0" lang="en-US" sz="1100" u="none" cap="none" strike="noStrike">
                <a:solidFill>
                  <a:srgbClr val="8FB98F"/>
                </a:solidFill>
                <a:latin typeface="Red Hat Mono"/>
                <a:ea typeface="Red Hat Mono"/>
                <a:cs typeface="Red Hat Mono"/>
                <a:sym typeface="Red Hat Mono"/>
              </a:rPr>
              <a:t># hard cap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get_quote(symbol: str)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client.get(f"/quote/{symbol}")      # GET is idempotent —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Do not decorate a non-idempotent POST unless it carries an idempotency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Pair with a circuit breaker so a down dependency stops retries entirely.</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purgatory</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purgatory import AsyncCircuitBreakerFactory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purgatory.domain.model import OpenedState     # raised while the breaker is 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 after 5 failures; stay open 30s; then half-open to test recovery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breakers = AsyncCircuitBreakerFactory(default_threshold=5, default_ttl=30)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charge(order: dict)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await breakers.get_breaker("payment"):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While OPEN this raises immediately — no doomed downstream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client.post("/charge", json=order, timeout=2.0)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OpenedState:                       # breaker is open → degrade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outbox.enqueue(order)           # graceful fallback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"pending", "id": order["id"]}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breaker per dependency ("payment"), never one global breaker.</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asyncio.Semaphore plus per-tenant aiohttp/httpx connection pools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