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 new consumers can read old data) is set once per artifact and then enforced automatically forever. Tie it back: this is design-first from section 1,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 asyncio the standard library is the idiomatic tool: one Semaphore of five permits per tenant, created on first use. Before taking a permit the handler checks locked(); a tenant that already has five orders in flight gets a 429 at once instead of waiting in a queue, while every other tenant keeps its own five.</a:t>
            </a:r>
            <a:endParaRPr/>
          </a:p>
          <a:p>
            <a:pPr indent="0" lvl="0" marL="0" rtl="0" algn="l">
              <a:spcBef>
                <a:spcPts val="0"/>
              </a:spcBef>
              <a:spcAft>
                <a:spcPts val="0"/>
              </a:spcAft>
              <a:buNone/>
            </a:pPr>
            <a:r>
              <a:rPr lang="en-US"/>
              <a:t>The in-flight counter feeds the bulkhead-state endpoint without reading the semaphore's private state. Per-tenant HTTP connection pools are a separate bulkhead at the socket level: the semaphore caps concurrent work, the pool caps sockets. At the platform layer, Istio's per-destination connection-pool limits complement both.</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 ErrorInfo with a machine reason and domain, and RetryInfo telling the client exactly how long to wait before retrying. abort_with_status puts all of it in the trailers. The key discipline: don't overload a generic INTERNAL code for everything —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httpx has no default timeout, so the one AsyncClient the service opens in its lifespan sets 2 seconds for every call and half a second to connect. The deadline endpoint subtracts the edge's overhead from the caller's budget, refuses at once when too little remains, and otherwise overrides the timeout for this one call with the remaining budget and sends the same number in the X-Deadline-Ms header, so the backend can refuse work it cannot finish.</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tenacity's AsyncRetrying works as an async for loop around the call, so the attempt number is available inside it. raise_for_status turns a 5xx into HTTPStatusError, which is retried along with transport errors; three attempts in all, with exponentially growing waits from 100 ms to 2 seconds plus jitter, and reraise hands the last real error back once the attempts run out. Retry only idempotent calls, and pair the retry with a circuit breaker.</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pybreaker counts consecutive failures: five open the breaker for ten seconds, and two successful trial calls in half-open close it. Its calling() context manager checks the state on entry and records the outcome on exit, so it works around an awaited httpx call; an open breaker raises CircuitBreakerError before the backend is touched. throw_new_error_on_trip=False keeps the real cause on the call that trips it, so the fallback reason stays accurate. One breaker per dependency.</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Appendix H covers the Kubernetes half (preStop hook, terminationGracePeriodSeconds).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examples/12-security/python/order-service/main.py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semaphore of 5 permits per tenant; a request that finds them all taken 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refused at once (429) instead of waiting.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BULKHEAD_LIMIT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_sems: dict[str, asyncio.Semaphore]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_in_flight: Counter[str] = Counter()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_tenant_sem(tenant: str) -&gt;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_sems.setdefault(tenant, asyncio.Semaphore(BULKHEAD_LIMIT))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 status_code=201)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create_order(body: OrderIn, request: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sem = _tenant_sem(body.tenant)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sem.locked():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JSONResponse(status_code=429, content={"detail": "tenant bulkhead full"})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sem:  #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  # read by /bulkhead-state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create the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_in_flight[body.tenant] -= 1</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client for the process; every call gives up after 2 s (0.5 s to connect).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@asynccontextmanager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lifespan(app: FastAPI):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httpx.AsyncClient(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base_url=settings.backend_url, 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as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app.state.client =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yield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with_deadline(budget_ms: int = Query(default=1000)):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budget_ms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 the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timeout=httpx.Timeout(remaining / 1000.0,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"body": r.json()}</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tenacity: 3 attempts, 100 ms doubling to 2 s with jitter; a 5xx or transport error 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for attempt in AsyncRetrying(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jitter=0.05),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attempt: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attempt.retry_state.attempt_number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"attempts": attempts, "body":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{"attempts": attempts, "pattern": "retry-exhausted"}</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pybreaker</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pybreaker: 5 failed calls open it, it stays open 10 s, 2 successful trials close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 = pybreaker.CircuitBreaker(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fail_max=5, reset_timeout=10, success_threshold=2,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throw_new_error_on_trip=False, name="backend",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breaker.calling():                 # wraps an awaited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                # a 5xx counts as a failure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"live", "body": r.json(), "breaker": breaker.current_state}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pybreaker.CircuitBreakerError: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"circuit_open"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as 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f"upstream_{e.response.status_code}"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"upstream_unreachable"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"fallback", "reason": reason, "breaker": breaker.current_state}</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asyncio.Semaphore plus per-tenant aiohttp/httpx connection pools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